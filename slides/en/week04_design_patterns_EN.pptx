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Section 0 of the lab live. Ask: which result would you have put in the paper? Write the closing question on the board and keep it there until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grid: adding a model, a dataset or a callback edits seven places in shared code. Right grid: each addition is one new class. That is the whole lecture in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= 30 kg, sea level, S = 1.5 m², AR = 10, e = 0.8. The curve is convex in V and contains a mass × climb-rate product: a straight line cannot capture either. That is why model choice matters. Adapted from Anderson, Aircraft Performance and Design, Ch.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lists the pros and the cost of each pattern: more classes. Week 2 already used one: the template method in BaseSensor.add_reading.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GeeksforGeeks "Strategy Design Pattern". The context never contains an if on the model type; that is the test of whether you applied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arithmetic on the board, then run the lab cell where the same two calls (fit, predict) serve all three models. Polymorphism from Week 2 is what makes Strategy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W3Schools "Python Lambda" for the first panel. The public fit/predict are template methods, exactly like BaseSensor.add_reading. Exercise 1.1 writes MedianBaseline.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 is "duck typing with type hints" (Week 3 typing). The adapter also flattens sklearn's occasional 2-D predictions. Exercise 1.2: the forest reaches 37.65 g/h.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Unscaled, altitude (0 to 3000 m) swamps airspeed (16 to 36 m/s) in the distance, so "nearest" means "similar altitude". The comparison exposed a bug that was invisible inside run_experiment. Gradient descent and the normal equations agree: a free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GeeksforGeeks "Observer Design Pattern" (weather station and displays). Keras and PyTorch Lightning callbacks are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Callback hooks are not abstract on purpose: an observer overrides only the events it cares about. TrainableModel is a Protocol, so any model with initialize/train_step/loss/get_state/set_state can be trained, including PyTorch wrappers in Block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In-class Problem 1. Stability needs η &lt; 2/λmax of the Hessian (2/n)AᵀA; here λmax = 11.09 so η &lt; 0.18. Week 6 derives it; today a DivergenceGuard callback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DivergenceGuard is the training equivalent of an engine over-temperature cut-off. Practice 4 adds ReduceLROnPlateau as a sixth card without editing the Trainer.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In-class Problem 4e. The loose coupling that makes Observer flexible also makes it harder to debug: the GeeksforGeeks article lists that as the main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In-class Problem 2 and test_early_stopping_hand_trace. On the fuel data min_delta = 1 stops after 39 epochs instead of 170 with the same test RMSE (51.19 vs 51.21 g/h).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GeeksforGeeks "Factory Method - Python Design Patterns", whose if/else vehicle client is the anti-pattern we started from. Week 5 adds a noisy LiDAR loader, Week 11 a camera-image loader, both as new rows in this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decorator is just a function that takes a class and returns it (W3Schools Dictionaries for the registry itself). Week 2 showed the alternative, __init_subclass__; the decorator keeps registration explicit and lets one module register several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Exercise 3.1. Re-running a notebook cell defines a new class object, so the cell unregisters the old one first: the registry refuses to hand an existing name to a different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@pytest.fixture(params=sorted(STRATEGIES)) in tests/test_models.py. GeeksforGeeks "Pytest Fixtures" for the fixture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patterns make this easy: each piece talks only to an interface, so a fake on the other side of the interface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predict the list before showing it. Then ask what breaks if notify iterated over a set instead of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4 expected numbers are in its README. Polynomial features with interactions drop the test RMSE from 51.5 to 22.6 g/h: the climb × mass product is the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the opener question: a new model, callback or loader is now one new class and zero edits to code that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Week 4: Design Patterns for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Strategy for models, Observer for training, Factory for data, pytest for all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AI for Aerospace &amp; Mechanical Engineering (PhD)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New content. Patterns rewritten from GeeksforGeeks (Strategy, Observer and Factory Method design patterns, Getting Started with Pytest, Pytest Fixtures) and Gamma, Helm, Johnson and Vlissides, Design Patterns (1994); Python details from W3Schools (Classes, Inheritance, Polymorphism, Dictionaries, Lambda); Persian terms checked against the KodAmoz Python bootcamp; least squares and k-NN from Bishop, PRML, Ch. 3 and Sec. 2.5.2; early stopping from Goodfellow et al., Deep Learning, Sec. 7.8; fuel-flow model from Anderson, Aircraft Performance and Design, Ch. 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The experiment script that keeps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Task: predict a UAV's fuel flow [g/h] from V, altitude, climb rate, mass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First attempt: run_experiment(model_type, data_source, verbose, early_stop, ...)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"KNN" and "lienar" silently fall back to the mean baseline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Every new model, data source or training feature edits the same function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Q: how do we add things without touching what already works?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block of run_experiment with three if/elif chains highlighted in orange; below it the printed table where "KNN" and "lienar" both show 225.41 g/h (the baseline).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Three axes of change, three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The model varies: Strategy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What happens during training varies: Observer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Where the data comes from varies: Factory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Goal: add a class, edit nothing (Open/Closed Principle)</a:t>
            </a:r>
          </a:p>
        </p:txBody>
      </p:sp>
      <p:pic>
        <p:nvPicPr>
          <p:cNvPr id="5" name="Picture 4" descr="fig_spaghetti_vs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878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1: fuel flow at 25 m/s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P_par = ½ρV³S·C_D0 = 0.5·1.225·15 625·1.5·0.03 = 430.66 W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P_ind = 2W²/(ρVSπe·AR) = 173 106 / 1154.5 = 149.94 W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P_shaft = (430.66 + 149.94) / 0.75 = 774.13 W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Fuel = 0.35 kg/kWh · 0.77413 kW = 270.95 g/h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With a 1 m/s climb: + W·ḣ/η = +392.3 W → 408.24 g/h</a:t>
            </a:r>
          </a:p>
        </p:txBody>
      </p:sp>
      <p:pic>
        <p:nvPicPr>
          <p:cNvPr id="5" name="Picture 4" descr="fig_pow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164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Design patterns: named answers to recurring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Pattern = a proven structure for a problem that keeps coming back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Catalogued by Gamma, Helm, Johnson, Vlissides (1994): 23 patterns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Built from what we already know: ABCs, inheritance, composition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 shared vocabulary: "make the loss a Strategy" says a lot in 4 words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Not a goal in itself: use one only when that axis really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Three cards labelled Creational (Factory), Behavioural (Strategy, Observer), Structural (Adapter), each with a one-line definition.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Strategy: make the algorithm a replaceable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Strategy interface: what every algorithm offers (fit, predict)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Concrete strategies: one class per algorithm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Context: holds "some strategy", calls only the interface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Swap at run time: experiment.strategy = KNearestNeighbors(k=5)</a:t>
            </a:r>
          </a:p>
        </p:txBody>
      </p:sp>
      <p:pic>
        <p:nvPicPr>
          <p:cNvPr id="5" name="Picture 4" descr="fig_strategy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571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2: three strategies, four flights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Train: (18, 170), (22, 200), (26, 280), (30, 400); test: (25, 270), (29, 375)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Mean: 262.5 for both → RMSE 79.73 g/h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k-NN, k = 2: 240 and 340 → RMSE 32.60 g/h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Least squares: slope 1540/80 = 19.25, intercept −199.5 → 281.75, 358.75 → RMSE 14.18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At V = 16 (true 162): line 108.5, k-NN 185: the best strategy depends on the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Scatter of the four training points and two test points with the three fitted predictors (flat line, k-NN steps, straight line); extrapolation region shaded.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Strategy in Python: function or class?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Functions are objects: a dict of lambdas is a strategy table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Enough while the strategy has no state and no settings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Real models have both: learned coef_, chosen k and alpha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Regressor(ABC): fit/predict check inputs once, call _fit/_predict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New model = one subclass with two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Two code panels: PREDICTORS = {"mean": lambda ..., "median": lambda ...} and class MeanBaseline(Regressor) with _fit and _predict; arrow "add settings and state".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Adapter: bringing scikit-learn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sklearn estimators have fit/predict but are not Regressor subclasses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SklearnRegressor(estimator) wraps them: an Adapter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typing.Protocol checks the shape of an object, not its ancestry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isinstance(obj, SupportsFitPredict) works with @runtime_checkable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Result: RandomForest joins the comparison with zero edits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Plug diagram: sklearn RandomForestRegressor (round plug) → SklearnRegressor adapter → Regressor socket (square); code SklearnRegressor(RandomForestRegressor(n_estimators=200)).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3: six strategies on 400 flights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Chronological split: first 300 train, last 100 test (no leakage)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Linear, ridge, gradient descent: 51.1 to 51.5 g/h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k-NN (k = 5, scaled): 51.6 g/h; mean baseline: 225.4 g/h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k-NN unscaled: 235.3 g/h, worse than the mean!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Only experiment.strategy changed between runs</a:t>
            </a:r>
          </a:p>
        </p:txBody>
      </p:sp>
      <p:pic>
        <p:nvPicPr>
          <p:cNvPr id="5" name="Picture 4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181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Observer: events without touching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Subject keeps a list of observers and notifies them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Observers react; the subject does not know what they do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Trainer = subject; Callback = observer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Events: on_train_begin, on_epoch_end, on_train_end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Observers talk back only through TrainingState</a:t>
            </a:r>
          </a:p>
        </p:txBody>
      </p:sp>
      <p:pic>
        <p:nvPicPr>
          <p:cNvPr id="5" name="Picture 4" descr="fig_observer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39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The Trainer loop and TrainingState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model.initialize → notify("on_train_begin")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each epoch: train_step, val loss, notify("on_epoch_end")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if state.stop_training: break → notify("on_train_end")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TrainingState: epoch, losses, learning_rate, stop_training, reason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About 15 lines that never change again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of Trainer.fit with the three notify lines highlighted; side box with the TrainingState dataclass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4: one gradient-descent step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Data (1, 2), (2, 4), (3, 5); ŷ = w0 + w1·x; start w = (0, 0)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L0 = (4 + 16 + 25)/3 = 15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∇L = (2/n)·Aᵀ(Aw − y) = (−7.333, −16.667)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η = 0.1: w = (0.7333, 1.6667), L1 = 0.2341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η = 0.5: w = (3.667, 8.333), L1 = 309: divergence</a:t>
            </a:r>
          </a:p>
        </p:txBody>
      </p:sp>
      <p:pic>
        <p:nvPicPr>
          <p:cNvPr id="5" name="Picture 4" descr="fig_gradient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4" cy="3582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The callbacks we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History: losses and learning rate per epoch (for plots)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ProgressLogger: a line every n epochs, a summary at the end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EarlyStopping: patience, min_delta, restore best weights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DivergenceGuard: stop if loss is non-finite or 10× the first epoch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StepDecay: multiply the learning rate by γ every k epochs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Five plug-in cards attached to a Trainer box, each with its hook names (on_epoch_end, on_train_end).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Observer pitfalls: order and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Observers run in attachment order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Logger before StepDecay prints the old rate; after it, the new one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Training is identical either way: the Trainer reads the rate next epoch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Never call one observer from another; share state instead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Reset counters in on_train_begin so objects can be reused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Two timelines of the same epoch: [Logger → StepDecay] printing lr 0.4 and [StepDecay → Logger] printing lr 0.2, with identical loss values 0.6533 and 0.2708.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5: early stopping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val_loss: 1.00, 0.80, 0.78, 0.70, 0.69, 0.68, 0.50; patience 2, min_delta 0.05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Improve only if loss &lt; best − 0.05: epochs 0, 1, 3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wait: 0, 0, 1, 0, 1, 2 → stop after epoch 5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Restore epoch 3 weights (0.70)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Patience 3 would reach epoch 6 (0.50): patience is a trade-off</a:t>
            </a:r>
          </a:p>
        </p:txBody>
      </p:sp>
      <p:pic>
        <p:nvPicPr>
          <p:cNvPr id="5" name="Picture 4" descr="fig_early_sto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517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Factory: ask for data by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Client says what it wants: "fuel_flow_synthetic"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Factory decides how to build it and returns a DatasetLoader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Product interface: one method, load() → Dataset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Typos fail loudly, with a suggestion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Settings travel as keyword arguments, not new flags</a:t>
            </a:r>
          </a:p>
        </p:txBody>
      </p:sp>
      <p:pic>
        <p:nvPicPr>
          <p:cNvPr id="5" name="Picture 4" descr="fig_factory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Registry and class decorator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_registry: ClassVar[dict[str, type[DatasetLoader]]]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@DatasetFactory.register("name") stores the class and returns it unchanged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create(name, **kwargs) → loader; load(name, **kwargs) → Dataset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Duplicate names and non-loaders are rejected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difflib suggests the closest name on a typo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the register classmethod returning an inner decorator; below, @DatasetFactory.register("csv") class CsvTableLoader(DatasetLoader): 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6: a new loader in six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Subclass CsvTableLoader (it already reads and checks columns)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Defaults: path = week04_fuel_flow.csv, the four features, the target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Decorate with @DatasetFactory.register("fuel_flow_csv")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DatasetFactory.load("fuel_flow_csv") → 400 rows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Matches the synthetic loader to 0.0005 g/h (3-decimal CSV)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of FuelFlowCsvLoader (decorator, class line, __init__ calling super().__init__) and the printed Dataset repr.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Testing patterns: contract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One fixture with params = every strategy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Same 6 tests for all: fit returns self, shapes, NotFittedError, bad data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"Beats or equals the mean baseline" is a test, not a hope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New model added to the list = tested for free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Liskov: any strategy must work where a Regressor is expected</a:t>
            </a:r>
          </a:p>
        </p:txBody>
      </p:sp>
      <p:pic>
        <p:nvPicPr>
          <p:cNvPr id="5" name="Picture 4" descr="fig_contract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28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Test doubles and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SpyCallback records events: assert the exact notification order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ScriptedModel returns fixed losses: early stopping becomes a test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FakeEstimator: test the adapter without scikit-learn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Fixture registers a throw-away loader and unregisters it after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tmp_path for files, capsys for printed output, pytest.approx for floats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Three small code snippets: class SpyCallback(Callback) with events.append, a ScriptedModel with next(self._val), a fixture with yield and unregister.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7: testing the notification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Two spies share one log list, epochs = 2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Expected: a:begin, b:begin, a:epoch0, b:epoch0, a:epoch1, b:epoch1, a:end, b:end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One assert checks subject behaviour and order together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96 Week 4 tests run in about 2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of test_events_arrive_in_order_for_every_observer with the expected list; terminal line "96 passed".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This week's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Lab: notebooks/week04/week04_design_patterns.ipynb (6 exercises)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In class: 4 warm-ups (GD step, early stopping, strategy choice, name the pattern)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Practice 4 (formative, about 3 h): polynomial strategy, plateau callback, regime loader, tests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Assignment 2 (graded) is released next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Three icons: notebook, pencil, Git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What We Now Know How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Spot the axes of change in ML code: model, training behaviour, data source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Swap models with Strategy; wrap foreign libraries with an Adapter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Add training behaviour as Observer callbacks without editing the loop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Create loaders by name with a registry Factory and a class decorator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Test it all with contract tests, test doubles and fixtures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The opener's run_experiment function crossed out, replaced by three boxes (Strategy, Observer, Factory) feeding one small experiment loop; green check 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04 | Design patterns for ML   | 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