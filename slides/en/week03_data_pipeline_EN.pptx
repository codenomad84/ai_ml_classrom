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Section 0 of the lab live. Ask the room which number goes in the report and how a reader of the report could tell which script made it. Write the final question on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bullet maps to a tool this week: order → a stage tuple; parameters → dataclass fields; comparison → __eq__; types → INPUT_TYPE/OUTPUT_TYPE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the arithmetic on the board before running code (log rows 3331–3337, t = 66.62–66.74 s). The point: a filter that averages cannot remove what it spreads.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Rewritten from GeeksforGeeks "Abstract Classes in Python" and W3Schools "Python abc Module". Lab Section 1, Exercise 1.1 (PlausibleRange).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GeeksforGeeks "Understanding Python Dataclasses" and W3Schools "Python dataclasses Module". Show ManualMovingAverage == ManualMovingAverage → False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In-class Problem 1, 5 minutes. Connect default_factory to Week 2's shared-list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convention as scikit-learn (trailing underscore = learned). We meet sklearn in Week 6; this is why its API looks the way it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W3Schools "__repr__()" and "__eq__()" pages; GeeksforGeeks "str() vs repr()". Exercise 3.1 (Waypoint).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1.4826 = 1/Φ⁻¹(0.75) makes MAD estimate σ for Gaussian noise (Rousseeuw &amp; Croux 1993). Lab Section 5 reproduces these numbers with HampelFilter.outlier_mask.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GeeksforGeeks "Python Generics", W3Schools "Python typing Module". mypy is not in the pinned environment; mention it, do not install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 4.1 writes can_follow(). In-class Problem 4 asks which errors are build-time and which are run-time.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In-class Problem 3. Same mechanism as the 1.87 g vs 1.80 g opener.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Instructor: read pipeline.py before class. It also uses __init_subclass__ for the registry, typing.overload on __getitem__, and __slots__ on DataPipeline.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registry filled by __init_subclass__ maps the "stage" names back to classes; Week 4 calls this the Factory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Section 8. Hampel replaces about 4.8 % of accelerometer samples with a 7-sample window: a small MAD from 7 noisy samples flags some good samples too. Harmless here (they become their local median); ask what window would flag fewer.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Leakage is Week 5's main topic; here it motivates why learned state lives in fit and why Practice Assignment 3 splits by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reference LiDAR/GPS sensors join src only after Assignment 1 is graded; the pipeline is written against BaseSensor so it does not need them. Exercise 10.1.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 8.1 finds the artefact; Practice Assignment 3 Task 2 builds the Resample stage that removes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tests/test_pipeline.py is the model for Practice Assignment 3 Task 5, which is graded against three broken implementations.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assignments fill the weeks without a syllabus milestone; their numbers follow the week, so they never clash with A1–A6.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Return to the opener question: the JSON next to the figure answers "which recipe produced this number". Next week: Strategy, Observer and Factory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194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 lang="en-US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Week 3: ABCs, Dataclasses, Typing and a Composable DataPipeline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0" lang="en-US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One reproducible recipe for cleaning sensor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AI for Aerospace &amp; Mechanical Engineering (PhD)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New content. Python concepts rewritten from W3Schools (abc Module, dataclasses Module, typing Module, __repr__(), __eq__(), Iterators) and GeeksforGeeks (Abstract Classes in Python, Understanding Python Dataclasses, Python Generics, str() vs repr()); Hampel filter adapted from Pearson, IEEE TCST 10(1), 2002; MAD constant from Rousseeuw &amp; Croux, JASA 88, 1993.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Same log, two analysts, two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Structures asks: peak load factor of the Week 1 test flight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Analyst A: 5-sample moving average → 1.87 g at t = 66.7 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Analyst B: rolling median, then average → 1.80 g at t = 192 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A's "peak" is a smeared glitch in level cruise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Q: which recipe produced the number in the report?</a:t>
            </a:r>
          </a:p>
        </p:txBody>
      </p:sp>
      <p:pic>
        <p:nvPicPr>
          <p:cNvPr id="5" name="Picture 4" descr="fig_two_analy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150815" cy="21697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03 | OOP: typed, composable pipelines   |  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Why scripts are not recipes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Order of steps hidden in a function body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Parameters (5, 7, center=True) not saved with the result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Two scripts cannot be compared: analyst_a == analyst_b is meaningless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Wrong data type found only when something crashes, or never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Two script boxes "analyst_a.py" and "analyst_b.py" feeding one report figure, with four red question marks: order? parameters? same? types?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03 | OOP: typed, composable pipelines   |  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E07A1F"/>
                </a:solidFill>
                <a:latin typeface="Calibri"/>
                <a:cs typeface="Calibri"/>
                <a:ea typeface="Calibri"/>
              </a:rPr>
              <a:t>Example 1: a spike through a moving average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Cruise a_z ≈ 10.35 m/s² (n ≈ 1.05); one sample reads 50.33 (+40)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5-sample mean around it: (4 × 10.35 + 50.33) / 5 = 18.35 m/s²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n = 18.35 / 9.807 = 1.87 g on five samples in a row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Despike first (median of 7 ignores 1 bad sample) → 1.80 g, the pull-up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Lesson: despike before you smooth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Two rows of 7 boxes: raw a_z samples 10.27 … 10.38 with one orange 50.33; after the 5-mean, five boxes at ≈ 18.3 shaded orange.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03 | OOP: typed, composable pipelines   |  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Abstract base classes: the stage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class Stage(ABC) with @abstractmethod transform(data)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Missing method → TypeError at construction, not mid-run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Abstract property: @property + @abstractmethod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Concrete shared methods live in the ABC (__call__ checks the type)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Code: class Stage(ABC): @property @abstractmethod def description(...), @abstractmethod def transform(...), def __call__(...); below, Forgetful() → red "TypeError: Can't instantiate abstract class Forgetful with abstract method description".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03 | OOP: typed, composable pipelines   |  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Dataclasses: the configuration is the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Annotated fields → __init__, __repr__, __eq__ written for you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frozen=True: immutable and hashable recipes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__post_init__: validate (window odd ≥ 3), normalise (list → tuple)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Frozen: object.__setattr__(self, "columns", tuple(...)) once</a:t>
            </a:r>
          </a:p>
        </p:txBody>
      </p:sp>
      <p:pic>
        <p:nvPicPr>
          <p:cNvPr id="5" name="Picture 4" descr="fig_dataclass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150815" cy="1842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03 | OOP: typed, composable pipelines   |  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E07A1F"/>
                </a:solidFill>
                <a:latin typeface="Calibri"/>
                <a:cs typeface="Calibri"/>
                <a:ea typeface="Calibri"/>
              </a:rPr>
              <a:t>Example 2: what did @dataclass write?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Stage("smooth") prints Stage(name='smooth', window=5, tags=[])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default_factory=list: every object gets its own list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tags: list = [] → ValueError when the class is defined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field(compare=False): learned mean_ ignored by ==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eq without frozen → __hash__ = None → unhashable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Code of In-class Problem 1 with the four printed lines on the right; the ValueError and TypeError lines in 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03 | OOP: typed, composable pipelines   |  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Learned state is not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Standardize learns mean_ and std_ in fit()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field(init=False, repr=False, compare=False)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Fitted and unfitted Standardize(["x"]) are the same recipe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transform before fit → NotFittedError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get_params() returns only init=True fields</a:t>
            </a:r>
          </a:p>
        </p:txBody>
      </p:sp>
      <p:pic>
        <p:nvPicPr>
          <p:cNvPr id="5" name="Picture 4" descr="fig_stage_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150815" cy="25714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03 | OOP: typed, composable pipelines   |  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Writing __repr__ and __eq__ yourself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__repr__: for developers; aim for eval(repr(x)) == x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__str__: for reports; print() prefers it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__eq__ returns NotImplemented for foreign types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Define __eq__ → __hash__ becomes None unless you define it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Hash exactly what __eq__ compares, and only if it never changes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Code: class Route with __repr__ → "Route(['OIII', 'OIFM', 'OISS'])", __str__ → "OIII -&gt; OIFM -&gt; OISS", __eq__, __hash__; below, the round-trip line printing True.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03 | OOP: typed, composable pipelines   |  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E07A1F"/>
                </a:solidFill>
                <a:latin typeface="Calibri"/>
                <a:cs typeface="Calibri"/>
                <a:ea typeface="Calibri"/>
              </a:rPr>
              <a:t>Example 3: Hampel filter by hand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h = 100.0, 100.4, 99.8, 106.0, 100.3, 100.1, 99.9 m; window 5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k = 3: median 100.3, deviations 0.1 0.5 5.7 0.0 0.2 → MAD 0.2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Threshold 3 × 1.4826 × 0.2 = 0.89 m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|106.0 − 100.3| = 5.7 &gt; 0.89 → replace by 100.3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k = 4: |100.3 − 100.1| = 0.2 → keep</a:t>
            </a:r>
          </a:p>
        </p:txBody>
      </p:sp>
      <p:pic>
        <p:nvPicPr>
          <p:cNvPr id="5" name="Picture 4" descr="fig_hampel_by_h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150815" cy="26772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03 | OOP: typed, composable pipelines   |  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Type hints and generics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Hints document intent; Python does not enforce them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TypeVar: a placeholder type; Generic[InT, OutT]: a typed class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PipelineStage[DataFrame, ndarray] reads like list[int]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Parameters are erased at run time → store INPUT_TYPE, OUTPUT_TYPE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ClassVar, Final, X | None: the vocabulary of the course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Code: InT = TypeVar("InT"), class TypedStage(ABC, Generic[InT, OutT]), class FrameToArray(TypedStage[pd.DataFrame, np.ndarray]): INPUT_TYPE = pd.DataFrame; below, peak_g("9.8") failing only inside the body.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03 | OOP: typed, composable pipelines   | 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Composition: stages joined by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a &gt;&gt; b builds DataPipeline((a, b))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__init__ checks issubclass(left.OUTPUT_TYPE, right.INPUT_TYPE)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Mismatch → TypeError when BUILT, before any data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Immutable: &gt;&gt; and slicing return new pipelines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Has-a (composition), not is-a (inheritance)</a:t>
            </a:r>
          </a:p>
        </p:txBody>
      </p:sp>
      <p:pic>
        <p:nvPicPr>
          <p:cNvPr id="5" name="Picture 4" descr="fig_pipeline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150815" cy="15276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03 | OOP: typed, composable pipelines   | 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E07A1F"/>
                </a:solidFill>
                <a:latin typeface="Calibri"/>
                <a:cs typeface="Calibri"/>
                <a:ea typeface="Calibri"/>
              </a:rPr>
              <a:t>Example 4: does the order matter?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x = 1, 1, 1, 10, 1, 1, 1; Hampel window 3, mean window 3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Despike then smooth: MAD 0 at k = 3 → 10 → 1; peak 1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Smooth then despike: 1, 1, 4, 4, 4, 1, 1; nothing flagged; peak 4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H∘S ≠ S∘H: composition is not commutative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So H &gt;&gt; S and S &gt;&gt; H must compare unequal</a:t>
            </a:r>
          </a:p>
        </p:txBody>
      </p:sp>
      <p:pic>
        <p:nvPicPr>
          <p:cNvPr id="5" name="Picture 4" descr="fig_order_mat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150815" cy="1933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03 | OOP: typed, composable pipelines   |  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The course library: aerospace_ai.pipeline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PipelineStage(ABC, Generic): transform, fit, __call__, registry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Frozen stages: SensorToFrame, SelectColumns, DropNonFinite, FillGaps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HampelFilter, RollingMean, TimeDerivative, ToArray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Learning stage: Standardize; container: DataPipeline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36 pytest tests in tests/test_pipeline.py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Code: recipe = SelectColumns([...]) &gt;&gt; HampelFilter(ACCEL, window=7) &gt;&gt; RollingMean(ACCEL, window=5) and its multi-line repr.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03 | OOP: typed, composable pipelines   |  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A pipeline that reports and saves itself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run() → output + one StageReport per stage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rows in/out, NaN out, cells changed, seconds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to_config() → plain dict → json.dumps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DataPipeline.from_config(json) == original → True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Save the JSON next to every number you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Table of the report for pipeline B on the flight log (HampelFilter changed 2140 cells, RollingMean 44 815), and a JSON snippet with "stage": "HampelFilter", "window": 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03 | OOP: typed, composable pipelines   |  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E07A1F"/>
                </a:solidFill>
                <a:latin typeface="Calibri"/>
                <a:cs typeface="Calibri"/>
                <a:ea typeface="Calibri"/>
              </a:rPr>
              <a:t>Example 5: both analysts as pipelines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A = RollingMean(5) &gt;&gt; SelectColumns → 1.87 g at 66.7 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B = HampelFilter(7) &gt;&gt; RollingMean(5) &gt;&gt; SelectColumns → 1.80 g at 192.0 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A == B → False, and repr shows why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B's config JSON rebuilds B exactly</a:t>
            </a:r>
          </a:p>
        </p:txBody>
      </p:sp>
      <p:pic>
        <p:nvPicPr>
          <p:cNvPr id="5" name="Picture 4" descr="fig_two_analy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150815" cy="21697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03 | OOP: typed, composable pipelines   |  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Fit on training data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Train {2, 4, 6} m: μ = 4, σ = 1.633 → test x = 8: z = 2.449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Fit on train + test: μ = 5, σ = 2.236 → z = 1.342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The test sample looks ordinary because it defined "ordinary"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Pipeline.fit fits each stage on the output of the previous one</a:t>
            </a:r>
          </a:p>
        </p:txBody>
      </p:sp>
      <p:pic>
        <p:nvPicPr>
          <p:cNvPr id="5" name="Picture 4" descr="fig_leak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150815" cy="24128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03 | OOP: typed, composable pipelines   |  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Any sensor in, a model-ready array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SensorToFrame accepts any BaseSensor (polymorphism)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IMU (±4 g) → Hampel → mean → ToArray: (14 937, 3), peak 1.80 g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Your Assignment 1 LiDAR and GPS plug in unchanged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The pipeline never imports a concrete sensor class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Diagram: IMUSensor, BarometerSensor, "your GPSSensor", "your LidarSensor" all with arrows into one SensorToFrame box, then the chain.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03 | OOP: typed, composable pipelines   |   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E07A1F"/>
                </a:solidFill>
                <a:latin typeface="Calibri"/>
                <a:cs typeface="Calibri"/>
                <a:ea typeface="Calibri"/>
              </a:rPr>
              <a:t>Example 6: rows are not seconds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Climb-rate pipeline with a 51-row window: max 20.99 m/s at 99.76 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That is next to a 1.2 s logger gap (t = 99.98 → 101.20 s)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The window spans more time on one side → false slope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Resample to a uniform 10 Hz grid first → 19.91 m/s at 84.0 s</a:t>
            </a:r>
          </a:p>
        </p:txBody>
      </p:sp>
      <p:pic>
        <p:nvPicPr>
          <p:cNvPr id="5" name="Picture 4" descr="fig_resample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150815" cy="23187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03 | OOP: typed, composable pipelines   |   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Testing stages with pytest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Test numbers from hand examples (Hampel at k = 3 → 100.3)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Test refusals: bad window, wrong type, unfitted, missing column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Test invariants: input untouched, repr round-trips, JSON round-trips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parametrize the bad inputs; fixtures for small frames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Code: @pytest.mark.parametrize("window", [0, 1, 2, 4, -3]) → pytest.raises(ValueError, match="odd"); terminal "77 passed".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03 | OOP: typed, composable pipelines   |   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This week's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Lab: notebooks/week03/week03_data_pipeline.ipynb (6 TODO exercises)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In class: 4 warm-ups (dataclass output, Hampel, order, build vs run errors)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Practice Assignment 3: air-data pipeline, about 3.5 h, due Week 4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Assignment 1 is due at the start of this lecture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Three icons: notebook, pencil, Git branch.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03 | OOP: typed, composable pipelines   |   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What We Now Know How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Write contracts as ABCs; configurations as frozen dataclasses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Separate learned state with field(init=False, repr=False, compare=False)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Write __repr__, __eq__ and a consistent __hash__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Use TypeVar/Generic and check types where Python does not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Compose typed stages into a pipeline that reports and saves itself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The opener's two scripts replaced by one printed DataPipeline repr and a JSON file icon next to the report figure, green check marks on order, parameters, equality and types.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03 | OOP: typed, composable pipelines   |  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