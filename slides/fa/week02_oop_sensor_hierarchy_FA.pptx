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جلسه را با وسیله شروع کنید، نه با پایتون. از کلاس بپرسید کد سه حسگر متفاوت را چگونه سازمان می‌دهند. پرسش آخر را روی تخته بنویسید و تا پایان نگه دارید.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جدول چپ: ستون جدید به همه‌ی توابع دست می‌زند. جدول راست: حسگر جدید فقط دو متدی را می‌نویسد که واقعاً متفاوت‌اند و بقیه را به ارث می‌برد.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بخش ۰ آزمایشگاه را زنده اجرا کنید. نکته: خطاهایی که استثنا ایجاد نمی‌کنند گران‌ترین خطاها هستند.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بازنویسی از W3Schools («Python Classes» و «__init__() Method»). تأکید کنید که self فقط نخستین پارامتر است و نامش یک قرارداد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برگرفته از GeeksforGeeks «Class (static) and instance variables». مسئله‌ی ۱ کلاسی همین را تمرین می‌کند. قاعده: وضعیت تغییرپذیر در __init__ ساخته 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ابتدا محاسبه را روی تخته انجام دهید و سپس SimpleBarometer را اجرا کنید. تمرین ۱٫۱ همان حالت QNH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برگرفته از GeeksforGeeks «Python property() function». بپرسید چرا period_s را در __init__ ذخیره نکنیم؟ چون با تغییر نرخ کهنه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برگرفته از W3Schools «Python Inheritance» و GeeksforGeeks «super()». به‌صورت زنده Barometer.__mro__ را چاپ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مسئله‌ی ۲ کلاسی. دانشجویان پیش از اجرا پیش‌بینی کنند. نکته‌ی اصلی، خطای دیرهنگام AttributeError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برگرفته از GeeksforGeeks «Abstract Classes in Python». هفته‌ی ۳ عمیق‌تر می‌شود (ویژگی‌های انتزاعی، نوع‌دهی).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برگرفته از GeeksforGeeks «Understanding Python Dataclasses». خطای FrozenInstanceError را زنده نشان دهید.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همان اعداد بخش ۷ آزمایشگاه و آزمون‌ها. نمونه‌ی آخر همان مثال حل‌شده‌ی هفته‌ی ۱ است؛ پیوستگی برای دانشجویان کم‌تجربه مهم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مدرس: sensors.py را پیش از کلاس بخوانید؛ از __slots__، __init_subclass__ و بافر deque هم استفاده می‌کند که در هفته‌های ۳ و ۴ بحث می‌شوند.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نام الگو را همین حالا بگویید؛ هفته‌ی ۴ الگوهای Strategy، Observer و Factory را پوشش می‌دهد.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بخش ۹ آزمایشگاه. هشدار: رد کردن اینجا کار می‌کند چون خارها از حد بازه بیشترند؛ خارهای درون بازه همچنان فیلتر لازم دارند.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برگرفته از W3Schools «Python Polymorphism». تمرین ۸٫۱ دماسنج را می‌سازد (ورودی کلوین، خروجی سلسیوس).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چرا NaN و نه صفر؟ برد صفر به‌معنای مانعی چسبیده به ربات خوانده می‌شود. تمرین ۱، وظایف ۴ تا 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تقریب زمین تخت برگرفته از Groves, Ch. 2؛ خطا در ۸۰ متر کمتر از ۱ سانتی‌متر است. فراموش‌کردن cos φ0 یکی از جهش‌های (mutant) نمره‌دهی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برگرفته از GeeksforGeeks «Getting Started with Pytest». در تمرین ۱، آزمون‌های دانشجو روی سه پیاده‌سازی عمداً معیوب اجرا و نمره‌دهی می‌شوند.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آزمون‌های پنهان تمرین ۱ اعداد حاصل از فایل‌های CSV را بررسی می‌کنند؛ جدول خروجی مورد انتظار در نوت‌بوک امکان خودسنجی می‌دهد.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به پرسش آغازین برگردید: حسگر چهارم یعنی یک زیرکلاس جدید با دو متد.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194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4000" b="1" i="0" lang="fa-IR">
                <a:solidFill>
                  <a:srgbClr val="FFFFFF"/>
                </a:solidFill>
                <a:latin typeface="Tahoma"/>
                <a:cs typeface="Tahoma"/>
                <a:ea typeface="Tahoma"/>
              </a:rPr>
              <a:t>هفته‌ی ۲: کلاس، __init__ و وراثت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400" b="0" i="0" lang="fa-IR">
                <a:solidFill>
                  <a:srgbClr val="FFFFFF"/>
                </a:solidFill>
                <a:latin typeface="Tahoma"/>
                <a:cs typeface="Tahoma"/>
                <a:ea typeface="Tahoma"/>
              </a:rPr>
              <a:t>یک رابط مشترک برای همه‌ی حسگرهای وسیله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هوش مصنوعی برای مهندسی هوافضا و مکانیک (دکتری)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محتوای جدید. مفاهیم شیءگرایی با بازنویسی از W3Schools (کلاس‌ها، __init__، ویژگی‌های کلاس، وراثت، چندریختی) و GeeksforGeeks (متغیر کلاس و نمونه، super، property، کلاس‌های انتزاعی، dataclass، شروع کار با Pytest)؛ مدل ISA برگرفته از Anderson, Introduction to Flight, Ch. 3؛ دستگاه محلی زمین تخت برگرفته از Groves, Principles of GNSS, Ch. 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سه حسگر، یک ربات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IMU: شش عدد با نرخ ۵۰ هرتز، دارای بایاس و امکان اشباع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LiDAR: شانزده برد با نرخ ۱۰ هرتز؛ بدون بازتاب، ۰٫۰ یا بی‌نهایت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GPS: عرض، طول، ارتفاع و HDOP با نرخ ۵ هرتز؛ برخی موقعیت‌ها خراب‌اند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همه‌ی ماژول‌های بعدی (خط، مانع، کنترل) از این داده‌ها تغذیه می‌کنند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پرسش: چگونه حسگر چهارم را بدون ویرایش همه‌چیز اضافه کنیم؟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نمای بالای یک ربات زمینی کوچک با سه حسگر برچسب‌دار (IMU در بدنه، LiDAR روی سقف با حلقه‌ی پرتوها، آنتن GPS)؛ از هر کدام پیکانی به قالب داده‌ی خام متفاوت.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چرا نسخه‌ی رویه‌ای می‌شکند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برای هر کار یک تابع و درون هر کدام زنجیره‌ی if/elif روی نوع حسگر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افزودن بارومتر یعنی ویرایش validate، preprocess، to_frame و plot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پیکربندی (بایاس‌ها) به متغیر سراسری می‌رود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اشتباه تایپی بی‌صدا از زنجیره عبور می‌کند</a:t>
            </a:r>
          </a:p>
        </p:txBody>
      </p:sp>
      <p:pic>
        <p:nvPicPr>
          <p:cNvPr id="5" name="Picture 4" descr="fig_procedural_vs_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19437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۱: اشتباه تایپی بی‌صدا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فراخوانی preprocess("imu", raw) بایاس را حذف می‌کند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فراخوانی preprocess("IMU", raw) داده‌ی خام را برمی‌گرداند؛ بدون خطا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فراخوانی preprocess("imu", [0.35, -0.05]) دو مقدار را می‌پذیرد؛ zip زود متوقف می‌شود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داده‌ی بایاس‌دار بدون اینکه کسی بفهمد وارد مدل می‌شود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قطعه‌کد def preprocess(sensor_type, data): if sensor_type == "imu": ... elif "lidar": ... return data همراه با سه فراخوانی و خروجی آن‌ها؛ دو خروجی نادرست با رنگ نارنجی.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کلاس، شیء، __init__ و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کلاس نقشه است و شیء یک نمونه‌ی ساخته‌شده از آن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متد __init__ هنگام ساخت اجرا می‌شود و ویژگی‌ها را روی self ذخیره می‌کند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متد تابعی درون کلاس است؛ پایتون خود شیء را به‌عنوان self می‌فرستد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دو شیء، یک کلاس، وضعیت متفاوت (دو تنظیم QNH)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کد class SimpleBarometer: def __init__(self, sensor_id, reference_pressure_pa=101325.0): ... def altitude_m(self, p): ... کنار دو جعبه‌ی شیء «baro0 (101 325 Pa)» و «baro_qnh (100 500 Pa)».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ویژگی کلاس در برابر ویژگی نمونه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تعریف در بدنه‌ی کلاس: میان همه‌ی اشیا مشترک است (مناسب ثابت‌ها)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تعریف با self در __init__: هر شیء نسخه‌ی خودش را دارد (وضعیت)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تغییر یک لیست مشترک داده‌ها را میان حسگرها نشت می‌دهد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انتساب روی نمونه سایه می‌اندازد، اما تغییر درجا (mutation) نه</a:t>
            </a:r>
          </a:p>
        </p:txBody>
      </p:sp>
      <p:pic>
        <p:nvPicPr>
          <p:cNvPr id="5" name="Picture 4" descr="fig_shared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17878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۲: ارتفاع ISA با دست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رابطه: h = (T0/L)[1 − (p/p_ref)^(RL/g0)]؛ T0/L = 44 330.8 m و RL/g0 = 0.190263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برای p = 95 000 Pa: نسبت 0.937577 و لگاریتم آن −0.064457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توان: e^(−0.012264) = 0.987811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ارتفاع: h = 44 330.8 × 0.012189 = 540.3 m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 QNH = 100 500 Pa: ۴۷۲٫۲ متر (همان کلاس، شیء دیگر)</a:t>
            </a:r>
          </a:p>
        </p:txBody>
      </p:sp>
      <p:pic>
        <p:nvPicPr>
          <p:cNvPr id="5" name="Picture 4" descr="fig_isa_alt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33734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ویژگی (property): صفتی که خودش را بررسی می‌کند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دکوراتور @property: شبیه صفت است اما متد اجرا می‌کند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setter اعتبارسنجی می‌کند: rate_hz = 0 خطای ValueError می‌دهد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بدون setter یعنی فقط‌خواندنی (sensor_id)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مقادیر مشتق‌شده سازگار می‌مانند: period_s = 1 / rate_hz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پیشوند _ یعنی «داخلی است، دست نزنید»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کد @property def rate_hz(self) و @rate_hz.setter def rate_hz(self, value): if not value &gt; 0: raise ValueError؛ پیکانی از imu.rate_hz = 0 به «ValueError» قرمز.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وراثت و super()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 class Barometer(Sensor) همه‌ی متدهای Sensor به ارث می‌رسد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بازنویسی (override): همان نام متد، بدنه‌ی مخصوص حسگر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فراخوانی super().__init__(...) بخش والد را مقداردهی می‌کند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عبارت isinstance(baro, Sensor) درست است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MRO: ترتیبی که پایتون برای یافتن متد جست‌وجو می‌کند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دو جعبه‌ی روی هم: Sensor (sensor_id، rate_hz، readings، add_reading، preprocess) و Barometer (reference_pressure_pa، بازنویسی preprocess) با پیکان وراثت.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۳: دنبال‌کردن super() در سه کلاس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زنجیره: IMU ← InertialSensor ← Sensor ← object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هر __init__ ابتدا چاپ می‌کند و سپس super().__init__ را صدا می‌زند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خروجی: IMU init، Inertial init، Sensor init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خروجی describe(): "IMU/inertial imu0 @ 200 Hz"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فراموشی یک super().__init__: خطای AttributeError خیلی دیرتر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زنجیره‌ی عمودی چهار جعبه (IMU، InertialSensor، Sensor، object)؛ پیکان‌های رو به پایین «super().__init__» و رو به بالا «مقدار بازگشتی describe()».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کلاس پایه‌ی انتزاعی: رابط به‌عنوان قرارداد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کلاس BaseSensor(ABC) با متدهای انتزاعی validate و preprocess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ساختن BaseSensor(...) خطای TypeError می‌دهد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زیرکلاسی که متدی را جا بیندازد (یا غلط بنویسد) هم TypeError می‌دهد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خطا هنگام ساخت شیء، نه وسط پرواز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کد class ForgetfulBarometer(AbstractSensor): def pre_process(...) و خطای حاصل TypeError: Can't instantiate abstract class ... with abstract method preprocess.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dataclass: رکورد SensorReading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دکوراتور @dataclass متدهای __init__، __repr__ و __eq__ را از فیلدها می‌سازد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frozen=True: اندازه‌گیری ثبت‌شده تغییر نمی‌کند (و hash‌پذیر است)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slots=True: بدون __dict__ برای هر شیء و حافظه‌ی کمتر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مقادیر tuple هستند؛ آرایه == و hash را خراب می‌کند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مقایسه‌ی کنار هم: کلاس دستی ۱۵ خطی ManualReading و نسخه‌ی ۶ خطی @dataclass(frozen=True, slots=True) class SensorReading: timestamp: float; values: tuple[float, ...]; sensor_id: str; is_valid: bool = True.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۴: بایاس و اشباع IMU با دست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IMU با بازه‌ی ±۴g: حد ۳۹٫۲۳ m/s²؛ بایاس شتاب (0.10, −0.05, 0.20) و ژیرو (0.8, −0.3, 0.1)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نمونه‌ی (0.35, −0.05, 10.05 | 0.8, −0.3, 2.1) ← (0.25, 0, 9.85 | 0, 0, 2.0)؛ n = 1.005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مقدار NaN در a_y ← نامعتبر، به‌صورت خام ذخیره می‌شود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a_z = 39.50 ≥ 39.23 ← اشباع و نامعتبر؛ مقدار واقعی نامعلوم است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نمونه‌ی (1.30, −0.45, 19.80 | ...) ← (1.2, −0.4, 19.6)؛ n = 2.003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جدول چهار سطری: نمونه‌ی خام، معتبر؟، مقادیر پیش‌پردازش‌شده، ضریب بار؛ سطرهای نامعتبر با رنگ نارنجی.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سلسله‌مراتب حسگرهای درس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BaseSensor بافر، بررسی زمان، آرایه و DataFrame را بر عهده دارد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زیرکلاس‌ها فقط validate() و preprocess() را می‌نویسند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IMUSensor و BarometerSensor در src/aerospace_ai/sensors.py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LidarSensor و GPSSensor: تمرین ۱</a:t>
            </a:r>
          </a:p>
        </p:txBody>
      </p:sp>
      <p:pic>
        <p:nvPicPr>
          <p:cNvPr id="5" name="Picture 4" descr="fig_class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26620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الگوی متد قالب (template method): add_reading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الگوریتم یک بار در کلاس پایه ثابت شده است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گام‌های ۳ و ۴ به زیرکلاس سپرده می‌شوند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نمونه‌های نامعتبر خام و با is_valid=False نگه داشته می‌شوند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to_array() فقط نمونه‌های معتبر را برمی‌گرداند</a:t>
            </a:r>
          </a:p>
        </p:txBody>
      </p:sp>
      <p:pic>
        <p:nvPicPr>
          <p:cNvPr id="5" name="Picture 4" descr="fig_template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12995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۵: لاگ هفته‌ی ۱ از درون IMUSensor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کالیبره‌کردن بایاس‌ها از بازه‌ی t &lt; 25 s (توقف و تراز)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ورود ۱۴٬۹۴۰ نمونه با بازه‌ی ±۴g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۳ خار (حدود ۵۰ m/s²) به‌عنوان اشباع رد می‌شوند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بیشینه‌ی ضریب بار ۱٫۸۱g؛ زیر حد ۲٫۰g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هفته‌ی ۱ میانه‌ی متحرک لازم داشت؛ اینجا شیء حدود خودش را می‌شناسد</a:t>
            </a:r>
          </a:p>
        </p:txBody>
      </p:sp>
      <p:pic>
        <p:nvPicPr>
          <p:cNvPr id="5" name="Picture 4" descr="fig_imu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19975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چندریختی: یک حلقه، حسگرهای متعدد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for sensor in suite: sensor.add_reading(t, raw)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هیچ if/elif روی نوع حسگر وجود ندارد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ThermometerSensor جدید بدون هیچ تغییری در حلقه اضافه می‌شود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فراخوانی یکسان، رفتار مخصوص هر نوع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حلقه‌ی کد روی [IMUSensor, BarometerSensor, ThermometerSensor] که شناسه، کلاس، کانال‌ها، تعداد نمونه و نمونه‌های ردشده را چاپ می‌کند.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LiDAR: پرتوها، زاویه‌ها و بازتاب‌های گمشده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پرتو i در زاویه‌ی −180° + i × 22.5° (۱۶ پرتو، ۳۶۰ درجه)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بدون بازتاب: ۰٫۰ یا بی‌نهایت؛ گردوغبار: ۰٫۰۵ متر، کمتر از حداقل برد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پرتوهای غیرقابل استفاده NaN می‌شوند، نه صفر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اسکن معتبر اگر دست‌کم ۵۰٪ پرتوها قابل استفاده باشند (مه ۴ اسکن از ۵۰ را رد می‌کند)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nearest_obstacle(): تابع np.nanargmin روی آخرین اسکن معتبر</a:t>
            </a:r>
          </a:p>
        </p:txBody>
      </p:sp>
      <p:pic>
        <p:nvPicPr>
          <p:cNvPr id="5" name="Picture 4" descr="fig_lidar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37483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۶: تبدیل GPS به متر محلی با دست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یک درجه عرض = Rπ/180 = 111 195 m (R = 6 371 km)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یک درجه طول = 111 195 × cos φ0؛ در مهرآباد (35.69°): 90 314 m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0.001° شمال و شرق مبدأ ← (شرق، شمال) = (90.3, 111.2) m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رد کنید: HDOP &gt; 5، مقدار NaN، |lat| &gt; 90°</a:t>
            </a:r>
          </a:p>
        </p:txBody>
      </p:sp>
      <p:pic>
        <p:nvPicPr>
          <p:cNvPr id="5" name="Picture 4" descr="fig_gps_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60" y="1371600"/>
            <a:ext cx="4792695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آزمون کلاس‌ها با pytest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فایل‌های test_*.py، توابع test_* و assert ساده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pytest.raises: خطا باید رخ دهد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@pytest.mark.parametrize: یک آزمون، ورودی‌های متعدد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@pytest.fixture: یک شیء تازه برای هر آزمون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آزمون خوب عدد را بررسی می‌کند، نه فقط نوع 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کد: fixture با نام imu()، آزمون test_imu_removes_bias و آزمون پارامتری test_rate_must_be_positive؛ خط ترمینال «41 passed».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کارهای این هفته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آزمایشگاه: notebooks/week02/week02_oop_sensors.ipynb (۵ تمرین TODO)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سر کلاس: ۴ مسئله‌ی گرم‌کردن (لیست مشترک، زنجیره‌ی super، IMU با دست، نرخ صعود)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تمرین ۱: حسگرهای LiDAR و GPS به‌همراه آزمون‌های pytest؛ حدود ۴ ساعت؛ مهلت هفته‌ی ۳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پیش از push: python -m pytest assignments/assignment01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سه نماد: نوت‌بوک، مداد، شاخه‌ی گیت.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آنچه اکنون بلدیم انجام دهیم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داده و رفتار را در کلاس جمع کنیم و از __init__ و self درست استفاده کنیم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وضعیت را با property محافظت کنیم و وضعیت تغییرپذیر را برای هر شیء جدا نگه داریم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 وراثت و super() کد را بازاستفاده کنیم و با ABC رابط را اجباری کنیم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رکورد را با dataclass منجمد بنویسیم و حسگرها را چندریختی پردازش کنیم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سلسله‌مراتب کلاس‌ها را با pytest بیازماییم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ربات اسلاید آغازین که هر سه حسگرش اکنون به یک جعبه‌ی «رابط BaseSensor» وصل است، با تیک سبز روی هر کدام.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۰۲ | شیءگرایی: سلسله‌مراتب حسگرها   |  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