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vehicle, not with Python. Ask the room how they would organise code for three different sensors. Write the final question on the board and keep it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grid: the new column touches every function. Right grid: the new sensor only writes the two methods that are really different; the rest is inherited.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Section 0 of the lab live. The point: errors that do not raise are the expensive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Rewritten from W3Schools "Python Classes" and "__init__() Method". Stress that self is just the first parameter; the name is a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GeeksforGeeks "Class (static) and instance variables". In-class Problem 1 drills this. Rule: mutable state goes in __init__.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arithmetic on the board first, then run SimpleBarometer. Exercise 1.1 is the QNH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GeeksforGeeks "Python property() function". Ask: why not store period_s in __init__? Because it would go stale when the rate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W3Schools "Python Inheritance" and GeeksforGeeks "super()". Live: print Barometer.__mro__.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In-class Problem 2. Students predict before running. The late AttributeError is the key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GeeksforGeeks "Abstract Classes in Python". Week 3 goes deeper (abstract properties, typing).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GeeksforGeeks "Understanding Python Dataclasses". Show FrozenInstanceError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numbers as Lab Section 7 and tests. The last sample is Week 1's worked example; continuity matters for weak programmers.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Instructor: read sensors.py before class; it also uses __slots__, __init_subclass__ and a deque buffer, which we discuss in Weeks 3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pattern now; Week 4 covers Strategy, Observer and Factory.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Section 9. Caveat: rejection works here because the spikes exceed full scale; spikes inside the range still need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W3Schools "Python Polymorphism". Exercise 8.1 builds the thermometer (kelvin in, Celsius out).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NaN and not 0: a zero range would be read as an obstacle touching the robot. Assignment 1, Tasks 4 to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Flat-Earth approximation adapted from Groves, Ch. 2; error below 1 cm over 80 m. Forgetting cos φ0 is one of the grader's mutants.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GeeksforGeeks "Getting Started with Pytest". Assignment 1 grades students' tests by running them against three subtly broken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Assignment 1 hidden tests check numbers from the provided CSVs; the expected-output table in the notebook lets students self-check.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to the opener question: a fourth sensor is one new subclass with two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194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 lang="en-US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Week 2: Classes, __init__ and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 lang="en-US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One interface for every sensor on the vehicle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AI for Aerospace &amp; Mechanical Engineering (PhD)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New content. OOP concepts rewritten from W3Schools (Classes, __init__, Class Properties, Inheritance, Polymorphism) and GeeksforGeeks (class vs instance variables, super(), property(), Abstract Classes, dataclasses, Getting Started with Pytest); ISA model adapted from Anderson, Introduction to Flight, Ch. 3; flat-Earth frame adapted from Groves, Principles of GNSS, Ch. 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Three sensors, one robot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IMU: 6 numbers at 50 Hz, biased, can saturate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LiDAR: 16 ranges at 10 Hz, 0.0 or inf when no echo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GPS: lat, lon, alt, HDOP at 5 Hz, some fixes are garbage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Every later module (lanes, obstacles, control) consumes them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Q: how do we add a 4th sensor without editing everything?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Top view of a small ground robot with three labelled sensors (IMU in the body, LiDAR on the roof with a ring of beams, GPS antenna), each with an arrow to a different raw-data format.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Why the procedural version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One function per job, an if/elif chain on the sensor type inside each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Adding a barometer = edit validate, preprocess, to_frame, plot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Configuration (biases) ends up in globals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Typos fall through the chain silently</a:t>
            </a:r>
          </a:p>
        </p:txBody>
      </p:sp>
      <p:pic>
        <p:nvPicPr>
          <p:cNvPr id="5" name="Picture 4" descr="fig_procedural_vs_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9437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1: the silent typo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preprocess("imu", raw) removes the bias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preprocess("IMU", raw) returns raw data: no error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preprocess("imu", [0.35, -0.05]) accepts 2 values: zip stops early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Biased data flows into the model unnoticed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 block: def preprocess(sensor_type, data): if sensor_type == "imu": ... elif "lidar": ... return data with the three calls and their outputs below; the two wrong outputs highlighted in orange.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Class, object, __init__,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Class = blueprint; object = one thing built from it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__init__ runs at creation and stores attributes on self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Method = function in the class; Python passes the object as self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Two objects, one class, different state (two QNH settings)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Code: class SimpleBarometer: def __init__(self, sensor_id, reference_pressure_pa=101325.0): ... def altitude_m(self, p): ... next to two object boxes "baro0 (101 325 Pa)" and "baro_qnh (100 500 Pa)".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Class attributes vs instance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Class body: shared by all objects (good for constants)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self.x in __init__: one per object (state)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Mutating a shared list leaks data between sensors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Assignment on an instance shadows; mutation does not</a:t>
            </a:r>
          </a:p>
        </p:txBody>
      </p:sp>
      <p:pic>
        <p:nvPicPr>
          <p:cNvPr id="5" name="Picture 4" descr="fig_shared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7878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2: ISA altitude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h = (T0/L) [1 − (p/p_ref)^(RL/g0)], T0/L = 44 330.8 m, RL/g0 = 0.190263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 = 95 000 Pa: ratio 0.937577, ln = −0.064457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power = e^(−0.012264) = 0.987811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h = 44 330.8 × 0.012189 = 540.3 m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QNH 100 500 Pa instead: 472.2 m (same class, other object)</a:t>
            </a:r>
          </a:p>
        </p:txBody>
      </p:sp>
      <p:pic>
        <p:nvPicPr>
          <p:cNvPr id="5" name="Picture 4" descr="fig_isa_al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33734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Properties: attributes that check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@property: looks like an attribute, runs a method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Setter validates: rate_hz = 0 raises ValueError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No setter = read-only (sensor_id)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Derived values stay consistent: period_s = 1 / rate_hz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_name: "internal, do not touch" convention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Code: @property def rate_hz(self) / @rate_hz.setter def rate_hz(self, value): if not value &gt; 0: raise ValueError; arrow from imu.rate_hz = 0 to a red "ValueError".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Inheritance and super()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class Barometer(Sensor): gets every method of Sensor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Override: same method name, sensor-specific body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super().__init__(...) lets the parent set up its part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isinstance(baro, Sensor) is True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MRO: the order Python searches for a 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Two stacked boxes Sensor (sensor_id, rate_hz, readings, add_reading, preprocess) and Barometer (reference_pressure_pa, preprocess override) joined by an inheritance arrow.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3: follow super() through three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IMU → InertialSensor → Sensor → object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Each __init__ prints, then calls super().__init__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Printed: IMU init, Inertial init, Sensor init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describe() returns "IMU/inertial imu0 @ 200 Hz"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Forget one super().__init__: AttributeError much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Vertical chain of four boxes (IMU, InertialSensor, Sensor, object); down arrows labelled "super().__init__", up arrows labelled "return value of describe()".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Abstract base classes: the interface as 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class BaseSensor(ABC) with @abstractmethod validate, preprocess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BaseSensor(...) raises TypeError: cannot instantiate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Subclass missing a method (or with a typo) also raises TypeError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Error at construction, not mid-flight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Code: class ForgetfulBarometer(AbstractSensor): def pre_process(...) and the resulting TypeError: Can't instantiate abstract class ... with abstract method preprocess.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Dataclasses: SensorReading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@dataclass writes __init__, __repr__, __eq__ from the fields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frozen=True: a logged measurement cannot change (and is hashable)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slots=True: no per-object __dict__, less memory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values is a tuple: arrays break == and hash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Side by side: 15-line ManualReading class vs 6-line @dataclass(frozen=True, slots=True) class SensorReading: timestamp: float; values: tuple[float, ...]; sensor_id: str; is_valid: bool = True.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4: IMU bias and saturation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±4 g IMU: full scale 39.23 m/s²; bias a = (0.10, −0.05, 0.20), g = (0.8, −0.3, 0.1)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(0.35, −0.05, 10.05 | 0.8, −0.3, 2.1) → (0.25, 0, 9.85 | 0, 0, 2.0), n = 1.005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NaN in a_y → invalid, stored raw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a_z = 39.50 ≥ 39.23 → saturated, invalid: true value unknown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(1.30, −0.45, 19.80 | ...) → (1.2, −0.4, 19.6), n = 2.003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Four-row table: raw sample, valid?, preprocessed values, load factor; invalid rows shaded orange.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The course sensor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BaseSensor owns buffering, time checks, arrays, DataFrames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Subclasses own only validate() and preprocess()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IMUSensor, BarometerSensor: in src/aerospace_ai/sensors.py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LidarSensor, GPSSensor: Assignment 1</a:t>
            </a:r>
          </a:p>
        </p:txBody>
      </p:sp>
      <p:pic>
        <p:nvPicPr>
          <p:cNvPr id="5" name="Picture 4" descr="fig_class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26620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Template method: add_reading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Algorithm fixed once in the base class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Steps 3 and 4 delegated to the subclass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Invalid samples kept raw with is_valid=False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to_array() returns valid samples only</a:t>
            </a:r>
          </a:p>
        </p:txBody>
      </p:sp>
      <p:pic>
        <p:nvPicPr>
          <p:cNvPr id="5" name="Picture 4" descr="fig_template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2995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5: the Week 1 log through IMUSensor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Calibrate biases from t &lt; 25 s (parked, level)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Feed 14 940 samples; ±4 g full scale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3 spikes (≈ 50 m/s²) rejected as saturated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Peak load factor 1.81 g: below the 2.0 g limit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Week 1 needed a rolling median; here the object knows its limits</a:t>
            </a:r>
          </a:p>
        </p:txBody>
      </p:sp>
      <p:pic>
        <p:nvPicPr>
          <p:cNvPr id="5" name="Picture 4" descr="fig_imu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1997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Polymorphism: one loop, many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for sensor in suite: sensor.add_reading(t, raw)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No if/elif on types anywhere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 new ThermometerSensor joins with zero changes to the loop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Same call, type-specific behaviour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 loop over [IMUSensor, BarometerSensor, ThermometerSensor] printing id, class, channels, readings, rejected.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LiDAR: beams, angles and missing echoes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Beam i at −180° + i × 22.5° (16 beams, 360°)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No echo: 0.0 or inf; dust: 0.05 m &lt; min range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Unusable beams become NaN, not zero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Scan valid if ≥ 50 % of beams usable (fog rejects 4 of 50)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nearest_obstacle(): np.nanargmin on the latest valid scan</a:t>
            </a:r>
          </a:p>
        </p:txBody>
      </p:sp>
      <p:pic>
        <p:nvPicPr>
          <p:cNvPr id="5" name="Picture 4" descr="fig_lidar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150815" cy="37483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E07A1F"/>
                </a:solidFill>
                <a:latin typeface="Calibri"/>
                <a:cs typeface="Calibri"/>
                <a:ea typeface="Calibri"/>
              </a:rPr>
              <a:t>Example 6: GPS to local metres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1° latitude = Rπ/180 = 111 195 m (R = 6 371 km)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1° longitude = 111 195 × cos φ0; at Mehrabad (35.69°): 90 314 m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0.001° N and E of origin → (east, north) = (90.3, 111.2) m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Reject: HDOP &gt; 5, NaN, |lat| &gt; 90°</a:t>
            </a:r>
          </a:p>
        </p:txBody>
      </p:sp>
      <p:pic>
        <p:nvPicPr>
          <p:cNvPr id="5" name="Picture 4" descr="fig_gps_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40" y="1371600"/>
            <a:ext cx="4792695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Testing classes with pytest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test_*.py files, test_* functions, plain assert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pytest.raises: the error must happen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@pytest.mark.parametrize: one test, many inputs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@pytest.fixture: a fresh object per test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Good tests check numbers, not just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Code: fixture imu(), test_imu_removes_bias, parametrized test_rate_must_be_positive; terminal line "41 passed".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This week's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Lab: notebooks/week02/week02_oop_sensors.ipynb (5 TODO exercises)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In class: 4 warm-ups (shared list, super chain, IMU by hand, climb rate)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Assignment 1: LiDAR + GPS sensors + your pytest suite, about 4 h, due Week 3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python -m pytest assignments/assignment01 before you push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Three icons: notebook, pencil, Git branch.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 lang="en-US">
                <a:solidFill>
                  <a:srgbClr val="1F3A5F"/>
                </a:solidFill>
                <a:latin typeface="Calibri"/>
                <a:cs typeface="Calibri"/>
                <a:ea typeface="Calibri"/>
              </a:rPr>
              <a:t>What We Now Know How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Bundle data and behaviour in classes; use __init__ and self correctly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Guard state with properties; keep mutable state per object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Reuse with inheritance and super(); enforce interfaces with ABCs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Write records with frozen dataclasses; process sensors polymorphically</a:t>
            </a:r>
          </a:p>
          <a:p>
            <a:pPr algn="l">
              <a:spcAft>
                <a:spcPts val="1000"/>
              </a:spcAft>
            </a:pPr>
            <a:r>
              <a:rPr sz="2000" b="0" i="0" lang="en-US">
                <a:solidFill>
                  <a:srgbClr val="262626"/>
                </a:solidFill>
                <a:latin typeface="Calibri"/>
                <a:cs typeface="Calibri"/>
                <a:ea typeface="Calibri"/>
              </a:rPr>
              <a:t>• Test a class hierarchy with pytest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Visual: The opener's robot with its three sensors now all pointing into one box "BaseSensor interface", green check marks on 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 lang="en-US">
                <a:solidFill>
                  <a:srgbClr val="595959"/>
                </a:solidFill>
                <a:latin typeface="Calibri"/>
                <a:cs typeface="Calibri"/>
                <a:ea typeface="Calibri"/>
              </a:rPr>
              <a:t>Week 02 | OOP: the sensor hierarchy   | 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