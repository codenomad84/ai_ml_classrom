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بخش ۰ آزمایشگاه را زنده اجرا کنید. بپرسید: کدام نتیجه را در مقاله گزارش می‌کردید؟ پرسش پایانی را روی تخته بنویسید و تا اسلاید آخر نگه دارید.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جدول چپ: افزودن یک مدل، یک مجموعه‌داده یا یک کالبک هفت جای کد مشترک را ویرایش می‌کند. جدول راست: هر افزودن فقط یک کلاس جدید است. کل درس در یک تصویر.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جرم ۳۰ کیلوگرم، سطح دریا، S = 1.5 m²، AR = 10، e = 0.8. منحنی نسبت به سرعت محدب است و حاصل‌ضرب جرم در نرخ صعود را دارد؛ خط راست هیچ‌کدام را نمی‌گیرد. به همین دلیل انتخاب مدل مهم است. برگرفته از Anderson, Aircraft Performance and Design, Ch.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GeeksforGeeks مزایا و هزینه‌ی هر الگو را فهرست می‌کند: کلاس‌های بیشتر. هفته‌ی ۲ یکی را دیدیم: متد قالبی در BaseSensor.add_reading.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بازنویسی از مقاله‌ی GeeksforGeeks درباره‌ی الگوی Strategy. زمینه هرگز if روی نوع مدل ندارد؛ این محک درست به کار بردن الگو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محاسبه را روی تخته انجام دهید، سپس سلول آزمایشگاه را اجرا کنید که همان دو فراخوانی fit و predict برای هر سه مدل کار می‌کند. چندریختی هفته‌ی ۲ است که Strategy را ممکن می‌کند.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قطعه‌ی اول از W3Schools (Python Lambda). fit و predict عمومی متدهای قالبی‌اند، درست مانند BaseSensor.add_reading. تمرین ۱٫۱ کلاس MedianBaseline را می‌نویسد.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Protocol یعنی «تایپ اردکی همراه با راهنمای نوع» (typing هفته‌ی ۳). مبدل خروجی‌های گاه دوبعدی sklearn را هم یک‌بعدی می‌کند. تمرین ۱٫۲: جنگل تصادفی به 37.65 g/h می‌رسد.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بدون مقیاس‌بندی، ارتفاع (۰ تا ۳۰۰۰ متر) در فاصله بر سرعت (۱۶ تا ۳۶ متر بر ثانیه) غلبه می‌کند و «نزدیک‌ترین» یعنی «ارتفاع مشابه». مقایسه خطایی را آشکار کرد که درون run_experiment پنهان بود. کاهش گرادیان و معادلات نرمال یکسان‌اند: یک خودآزمایی رایگان.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بازنویسی از مقاله‌ی GeeksforGeeks درباره‌ی الگوی Observer (ایستگاه هواشناسی و نمایشگرها). کالبک‌های Keras و PyTorch Lightning دقیقاً همین‌اند.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متدهای کالبک عمداً انتزاعی نیستند: هر ناظر فقط رویدادهای مورد علاقه‌اش را بازنویسی می‌کند. TrainableModel یک Protocol است، پس هر مدلی با initialize، train_step، loss، get_state و set_state قابل آموزش است، از جمله پوشش‌های PyTorch در بلوک 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مسئله‌ی ۱ کلاس. پایداری نیاز دارد η &lt; 2/λmax برای ماتریس هسین (2/n)AᵀA؛ اینجا λmax = 11.09 پس η &lt; 0.18. هفته‌ی ۶ آن را اثبات می‌کند؛ امروز کالبک DivergenceGuard آن را می‌گیرد.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DivergenceGuard معادل آموزشی قطع‌کن دمای بیش از حد موتور است. تمرین تمرینی ۴ کالبک ReduceLROnPlateau را بدون ویرایش Trainer به‌عنوان کارت ششم اضافه می‌کند.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مسئله‌ی ۴-ه کلاس. همان وابستگی سستی که Observer را انعطاف‌پذیر می‌کند اشکال‌زدایی را دشوارتر می‌کند؛ GeeksforGeeks این را هزینه‌ی اصلی می‌داند.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مسئله‌ی ۲ کلاس و آزمون test_early_stopping_hand_trace. روی داده‌ی سوخت، min_delta = 1 به‌جای ۱۷۰ دوره پس از ۳۹ دوره متوقف می‌شود با همان RMSE آزمون (51.19 در برابر 51.21 g/h).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بازنویسی از مقاله‌ی GeeksforGeeks درباره‌ی Factory Method در پایتون؛ مشتری if/else آن مقاله همان ضدالگویی است که از آن شروع کردیم. هفته‌ی ۵ بارگذار LiDAR نویزی و هفته‌ی ۱۱ بارگذار تصویر دوربین را به‌صورت سطرهای تازه‌ی همین رجیستری اضافه می‌کند.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دکوراتور فقط تابعی است که کلاس می‌گیرد و آن را برمی‌گرداند (W3Schools، دیکشنری‌ها برای خود رجیستری). هفته‌ی ۲ راه دیگر، __init_subclass__، را نشان داد؛ دکوراتور ثبت را صریح نگه می‌دارد.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تمرین ۳٫۱ آزمایشگاه. اجرای دوباره‌ی یک سلول نوت‌بوک شیء کلاس جدیدی می‌سازد، پس سلول ابتدا ثبت قبلی را حذف می‌کند: رجیستری نام موجود را به کلاس دیگری نمی‌دهد.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عبارت @pytest.fixture(params=sorted(STRATEGIES)) در tests/test_models.py. نحو fixture از مقاله‌ی GeeksforGeeks درباره‌ی Fixtureهای Pytest.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الگوها این را آسان می‌کنند: هر قطعه فقط با یک رابط حرف می‌زند، پس یک بدل در آن سوی رابط کافی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پیش از نمایش، از کلاس بخواهید فهرست را پیش‌بینی کنند. سپس بپرسید اگر notify روی مجموعه (set) به‌جای فهرست پیمایش می‌کرد چه چیزی می‌شکست.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اعداد مورد انتظار تمرین تمرینی ۴ در README آن است. ویژگی‌های چندجمله‌ای با حاصل‌ضرب‌ها RMSE آزمون را از 51.5 به 22.6 g/h می‌رسانند: حاصل‌ضرب صعود در جرم همان فیزیک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به پرسش آغازین برگردید: مدل، کالبک یا بارگذار جدید اکنون یک کلاس تازه است و صفر ویرایش در کدی که کار می‌کند.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2194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4000" b="1" i="0" lang="fa-IR">
                <a:solidFill>
                  <a:srgbClr val="FFFFFF"/>
                </a:solidFill>
                <a:latin typeface="Tahoma"/>
                <a:cs typeface="Tahoma"/>
                <a:ea typeface="Tahoma"/>
              </a:rPr>
              <a:t>هفته‌ی ۴: الگوهای طراحی برای یادگیری ماشین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400" b="0" i="0" lang="fa-IR">
                <a:solidFill>
                  <a:srgbClr val="FFFFFF"/>
                </a:solidFill>
                <a:latin typeface="Tahoma"/>
                <a:cs typeface="Tahoma"/>
                <a:ea typeface="Tahoma"/>
              </a:rPr>
              <a:t>Strategy برای مدل‌ها، Observer برای آموزش، Factory برای داده و pytest برای هر سه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هوش مصنوعی برای مهندسی هوافضا و مکانیک (دکتری)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محتوای جدید. الگوها با بازنویسی از GeeksforGeeks (الگوهای طراحی Strategy، Observer و Factory Method، شروع کار با Pytest، Fixtureهای Pytest) و Gamma، Helm، Johnson و Vlissides, Design Patterns (1994)؛ جزئیات پایتون از W3Schools (کلاس‌ها، وراثت، چندریختی، دیکشنری، Lambda)؛ اصطلاحات فارسی با بوت‌کمپ پایتون کدآموز مقایسه شد؛ کمترین مربعات و k-NN از Bishop, PRML, Ch. 3 و Sec. 2.5.2؛ توقف زودهنگام از Goodfellow et al., Deep Learning, Sec. 7.8؛ مدل جریان سوخت از Anderson, Aircraft Performance and Design, Ch. 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اسکریپت آزمایشی که مدام بزرگ‌تر می‌شود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مسئله: پیش‌بینی جریان سوخت پهپاد [g/h] از سرعت، ارتفاع، نرخ صعود و جرم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تلاش اول: run_experiment(model_type, data_source, verbose, early_stop, ...)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ورودی‌های "KNN" و "lienar" بی‌صدا به مدل پایه‌ی میانگین برمی‌گردند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هر مدل، منبع داده یا قابلیت آموزشی جدید همان یک تابع را ویرایش می‌کند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پرسش: چگونه چیزی اضافه کنیم بدون اینکه به کد سالم دست بزنیم؟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قطعه‌کد run_experiment با سه زنجیره‌ی if/elif به رنگ نارنجی؛ زیر آن جدول خروجی که در آن "KNN" و "lienar" هر دو 225.41 g/h (مدل پایه) نشان می‌دهند.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۰۴ | الگوهای طراحی برای یادگیری ماشین   |  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سه محور تغییر، سه الگو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مدل تغییر می‌کند: Strategy (راهبرد)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آنچه حین آموزش رخ می‌دهد تغییر می‌کند: Observer (ناظر)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منبع داده تغییر می‌کند: Factory (کارخانه)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هدف: یک کلاس اضافه کن، هیچ چیز را ویرایش نکن (اصل باز/بسته)</a:t>
            </a:r>
          </a:p>
        </p:txBody>
      </p:sp>
      <p:pic>
        <p:nvPicPr>
          <p:cNvPr id="5" name="Picture 4" descr="fig_spaghetti_vs_patte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150815" cy="18783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۰۴ | الگوهای طراحی برای یادگیری ماشین   |  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E07A1F"/>
                </a:solidFill>
                <a:latin typeface="Tahoma"/>
                <a:cs typeface="Tahoma"/>
                <a:ea typeface="Tahoma"/>
              </a:rPr>
              <a:t>مثال ۱: جریان سوخت در سرعت ۲۵ متر بر ثانیه، با دست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P_par = ½ρV³S·C_D0 = 0.5·1.225·15 625·1.5·0.03 = 430.66 W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P_ind = 2W²/(ρVSπe·AR) = 173 106 / 1154.5 = 149.94 W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P_shaft = (430.66 + 149.94) / 0.75 = 774.13 W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سوخت = 0.35 kg/kWh · 0.77413 kW = 270.95 g/h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با صعود ۱ متر بر ثانیه: W·ḣ/η = +392.3 W و سوخت 408.24 g/h</a:t>
            </a:r>
          </a:p>
        </p:txBody>
      </p:sp>
      <p:pic>
        <p:nvPicPr>
          <p:cNvPr id="5" name="Picture 4" descr="fig_power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150815" cy="21646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۰۴ | الگوهای طراحی برای یادگیری ماشین   |  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الگوهای طراحی: پاسخ‌های نام‌دار برای مسائل تکراری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الگو یعنی ساختاری آزموده برای مسئله‌ای که بارها تکرار می‌شود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فهرست‌شده توسط Gamma، Helm، Johnson و Vlissides (۱۹۹۴): ۲۳ الگو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ساخته از همان ابزارهای آشنا: ABC، وراثت، ترکیب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واژگان مشترک: «تابع هزینه را Strategy کن» در چهار کلمه خیلی می‌گوید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هدف به خودی خود نیست: فقط وقتی آن محور واقعاً تغییر می‌کند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سه کارت با برچسب‌های آفرینشی (Factory)، رفتاری (Strategy، Observer) و ساختاری (Adapter)، هر کدام با تعریفی یک‌خطی.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۰۴ | الگوهای طراحی برای یادگیری ماشین   |  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Strategy: الگوریتم را قطعه‌ای قابل تعویض کن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رابط راهبرد: آنچه هر الگوریتم ارائه می‌دهد (fit، predict)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راهبردهای مشخص: برای هر الگوریتم یک کلاس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زمینه (Context): «یک راهبرد» را نگه می‌دارد و فقط رابط را صدا می‌زند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تعویض در زمان اجرا: experiment.strategy = KNearestNeighbors(k=5)</a:t>
            </a:r>
          </a:p>
        </p:txBody>
      </p:sp>
      <p:pic>
        <p:nvPicPr>
          <p:cNvPr id="5" name="Picture 4" descr="fig_strategy_u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150815" cy="25714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۰۴ | الگوهای طراحی برای یادگیری ماشین   |  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E07A1F"/>
                </a:solidFill>
                <a:latin typeface="Tahoma"/>
                <a:cs typeface="Tahoma"/>
                <a:ea typeface="Tahoma"/>
              </a:rPr>
              <a:t>مثال ۲: سه راهبرد، چهار پرواز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آموزش: (18, 170)، (22, 200)، (26, 280)، (30, 400)؛ آزمون: (25, 270)، (29, 375)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میانگین: 262.5 برای هر دو و RMSE برابر 79.73 g/h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k-NN با k = 2: مقادیر 240 و 340 و RMSE برابر 32.60 g/h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کمترین مربعات: شیب 1540/80 = 19.25، عرض از مبدأ −199.5، پیش‌بینی 281.75 و 358.75، RMSE برابر 14.18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در V = 16 (مقدار واقعی 162): خط 108.5 و k-NN برابر 185؛ بهترین راهبرد به پرسش بستگی دارد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نمودار پراکنش چهار نقطه‌ی آموزش و دو نقطه‌ی آزمون همراه با سه پیش‌بین (خط افقی، پله‌های k-NN، خط راست)؛ ناحیه‌ی برون‌یابی سایه‌دار.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۰۴ | الگوهای طراحی برای یادگیری ماشین   |  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Strategy در پایتون: تابع یا کلاس؟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تابع‌ها شیء هستند: یک دیکشنری از lambdaها خودش جدول راهبرد است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تا وقتی راهبرد حالت و تنظیمات ندارد کافی است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مدل‌های واقعی هر دو را دارند: coef_ آموخته‌شده، k و alpha انتخاب‌شده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کلاس Regressor(ABC): fit و predict ورودی را یک بار بررسی و _fit و _predict را صدا می‌زنند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مدل جدید یعنی یک زیرکلاس با دو متد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دو قطعه‌کد: PREDICTORS = {"mean": lambda ..., "median": lambda ...} و class MeanBaseline(Regressor) با _fit و _predict؛ پیکانی با برچسب «افزودن تنظیمات و حالت».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۰۴ | الگوهای طراحی برای یادگیری ماشین   |  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Adapter (مبدل): آوردن scikit-learn به درون سیستم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برآوردگرهای sklearn متدهای fit و predict دارند اما زیرکلاس Regressor نیستند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کلاس SklearnRegressor(estimator) آن‌ها را می‌پوشاند: یک مبدل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typing.Protocol شکل شیء را بررسی می‌کند، نه تبار آن را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با @runtime_checkable عبارت isinstance(obj, SupportsFitPredict) کار می‌کند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نتیجه: RandomForest بدون هیچ ویرایشی به مقایسه می‌پیوندد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نمودار دوشاخه: RandomForestRegressor از sklearn (دوشاخه‌ی گرد) به مبدل SklearnRegressor و سپس پریز Regressor (چهارگوش)؛ کد SklearnRegressor(RandomForestRegressor(n_estimators=200)).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۰۴ | الگوهای طراحی برای یادگیری ماشین   |  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E07A1F"/>
                </a:solidFill>
                <a:latin typeface="Tahoma"/>
                <a:cs typeface="Tahoma"/>
                <a:ea typeface="Tahoma"/>
              </a:rPr>
              <a:t>مثال ۳: شش راهبرد روی ۴۰۰ پرواز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تقسیم زمانی: ۳۰۰ سطر اول آموزش، ۱۰۰ سطر آخر آزمون (بدون نشت)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خطی، ریج و کاهش گرادیان: 51.1 تا 51.5 g/h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k-NN با k = 5 و مقیاس‌شده: 51.6 g/h؛ مدل پایه‌ی میانگین: 225.4 g/h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k-NN بدون مقیاس: 235.3 g/h، بدتر از میانگین!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بین اجراها فقط experiment.strategy تغییر کرد</a:t>
            </a:r>
          </a:p>
        </p:txBody>
      </p:sp>
      <p:pic>
        <p:nvPicPr>
          <p:cNvPr id="5" name="Picture 4" descr="fig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150815" cy="21810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۰۴ | الگوهای طراحی برای یادگیری ماشین   |  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Observer: رویدادها بدون دست زدن به حلقه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سوژه (Subject) فهرستی از ناظرها نگه می‌دارد و به آن‌ها اطلاع می‌دهد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ناظرها واکنش نشان می‌دهند؛ سوژه نمی‌داند آن‌ها چه می‌کنند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Trainer سوژه است و Callback ناظر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رویدادها: on_train_begin، on_epoch_end، on_train_end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ناظرها فقط از طریق TrainingState پاسخ می‌دهند</a:t>
            </a:r>
          </a:p>
        </p:txBody>
      </p:sp>
      <p:pic>
        <p:nvPicPr>
          <p:cNvPr id="5" name="Picture 4" descr="fig_observer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150815" cy="23903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۰۴ | الگوهای طراحی برای یادگیری ماشین   |  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حلقه‌ی Trainer و TrainingState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model.initialize و سپس notify("on_train_begin")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هر دوره: train_step، خطای اعتبارسنجی، notify("on_epoch_end")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اگر state.stop_training: خروج، سپس notify("on_train_end")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فیلدهای TrainingState: epoch، خطاها، learning_rate، stop_training، دلیل توقف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حدود ۱۵ خط که دیگر هرگز تغییر نمی‌کند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کد Trainer.fit با سه خط notify پررنگ؛ کادری کناری با فیلدهای dataclass وضعیت آموزش.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۰۴ | الگوهای طراحی برای یادگیری ماشین   |  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E07A1F"/>
                </a:solidFill>
                <a:latin typeface="Tahoma"/>
                <a:cs typeface="Tahoma"/>
                <a:ea typeface="Tahoma"/>
              </a:rPr>
              <a:t>مثال ۴: یک گام کاهش گرادیان با دست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داده (1, 2)، (2, 4)، (3, 5)؛ ŷ = w0 + w1·x؛ شروع از w = (0, 0)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L0 = (4 + 16 + 25)/3 = 15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∇L = (2/n)·Aᵀ(Aw − y) = (−7.333, −16.667)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با η = 0.1: w = (0.7333, 1.6667) و L1 = 0.2341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با η = 0.5: w = (3.667, 8.333) و L1 = 309؛ واگرایی</a:t>
            </a:r>
          </a:p>
        </p:txBody>
      </p:sp>
      <p:pic>
        <p:nvPicPr>
          <p:cNvPr id="5" name="Picture 4" descr="fig_gradient_st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150814" cy="35829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۰۴ | الگوهای طراحی برای یادگیری ماشین   |  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کالبک‌هایی که در کتابخانه داریم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History: خطاها و نرخ یادگیری هر دوره (برای نمودار)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ProgressLogger: هر n دوره یک خط و در پایان یک خلاصه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EarlyStopping: صبر، min_delta و بازگرداندن بهترین وزن‌ها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DivergenceGuard: توقف اگر خطا نامتناهی یا ۱۰ برابر دوره‌ی اول شود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StepDecay: ضرب نرخ یادگیری در γ هر k دوره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پنج کارت افزونه متصل به جعبه‌ی Trainer، روی هر کدام نام رویدادهایش (on_epoch_end، on_train_end).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۰۴ | الگوهای طراحی برای یادگیری ماشین   |  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دام‌های Observer: ترتیب و وابستگی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ناظرها به ترتیب اتصال اجرا می‌شوند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Logger پیش از StepDecay نرخ قدیم را چاپ می‌کند؛ پس از آن نرخ جدید را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آموزش در هر دو حالت یکسان است: Trainer نرخ را در دوره‌ی بعد می‌خواند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هرگز یک ناظر را از ناظر دیگر صدا نزنید؛ وضعیت را به اشتراک بگذارید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شمارنده‌ها را در on_train_begin صفر کنید تا شیء قابل استفاده‌ی دوباره باشد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دو خط زمانی از یک دوره: [Logger سپس StepDecay] که lr 0.4 چاپ می‌کند و [StepDecay سپس Logger] که lr 0.2 چاپ می‌کند، با خطاهای یکسان 0.6533 و 0.2708.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۰۴ | الگوهای طراحی برای یادگیری ماشین   |   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E07A1F"/>
                </a:solidFill>
                <a:latin typeface="Tahoma"/>
                <a:cs typeface="Tahoma"/>
                <a:ea typeface="Tahoma"/>
              </a:rPr>
              <a:t>مثال ۵: توقف زودهنگام با دست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خطای اعتبارسنجی: 1.00، 0.80، 0.78، 0.70، 0.69، 0.68، 0.50؛ صبر ۲، min_delta = 0.05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بهبود فقط اگر خطا &lt; best − 0.05: دوره‌های ۰، ۱ و ۳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شمارنده‌ی wait: 0، 0، 1، 0، 1، 2؛ توقف پس از دوره‌ی ۵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بازگرداندن وزن‌های دوره‌ی ۳ (0.70)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صبر ۳ به دوره‌ی ۶ (0.50) می‌رسید: صبر یک مصالحه است</a:t>
            </a:r>
          </a:p>
        </p:txBody>
      </p:sp>
      <p:pic>
        <p:nvPicPr>
          <p:cNvPr id="5" name="Picture 4" descr="fig_early_sto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150815" cy="25171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۰۴ | الگوهای طراحی برای یادگیری ماشین   |  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Factory: داده را با نامش بخواه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کد مشتری می‌گوید چه می‌خواهد: "fuel_flow_synthetic"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کارخانه تصمیم می‌گیرد چگونه بسازد و یک DatasetLoader برمی‌گرداند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رابط محصول: یک متد، load() که Dataset برمی‌گرداند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اشتباه تایپی با صدای بلند و همراه پیشنهاد خطا می‌دهد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تنظیمات به‌صورت آرگومان کلیدی می‌آیند، نه پرچم جدید</a:t>
            </a:r>
          </a:p>
        </p:txBody>
      </p:sp>
      <p:pic>
        <p:nvPicPr>
          <p:cNvPr id="5" name="Picture 4" descr="fig_factory_regis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150815" cy="1842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۰۴ | الگوهای طراحی برای یادگیری ماشین   |   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رجیستری و دکوراتور کلاس در پایتون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_registry: ClassVar[dict[str, type[DatasetLoader]]]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@DatasetFactory.register("name") کلاس را ذخیره و بدون تغییر برمی‌گرداند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create(name, **kwargs) بارگذار و load(name, **kwargs) مجموعه‌داده می‌دهد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نام تکراری و کلاسی که بارگذار نیست رد می‌شود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difflib در اشتباه تایپی نزدیک‌ترین نام را پیشنهاد می‌دهد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کد متد کلاسی register که یک دکوراتور درونی برمی‌گرداند؛ زیر آن @DatasetFactory.register("csv") class CsvTableLoader(DatasetLoader): ....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۰۴ | الگوهای طراحی برای یادگیری ماشین   |   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E07A1F"/>
                </a:solidFill>
                <a:latin typeface="Tahoma"/>
                <a:cs typeface="Tahoma"/>
                <a:ea typeface="Tahoma"/>
              </a:rPr>
              <a:t>مثال ۶: بارگذار جدید در شش خط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زیرکلاس CsvTableLoader (که خواندن و بررسی ستون‌ها را انجام می‌دهد)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پیش‌فرض‌ها: مسیر week04_fuel_flow.csv، چهار ویژگی و هدف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افزودن دکوراتور @DatasetFactory.register("fuel_flow_csv")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فراخوانی DatasetFactory.load("fuel_flow_csv") و دریافت ۴۰۰ سطر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تطابق با بارگذار مصنوعی تا 0.0005 g/h (CSV با سه رقم اعشار)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کد FuelFlowCsvLoader (دکوراتور، سطر کلاس، __init__ که super().__init__ را صدا می‌زند) و خروجی repr مجموعه‌داده.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۰۴ | الگوهای طراحی برای یادگیری ماشین   |   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آزمون الگوها: آزمون‌های قراردادی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یک fixture با params برابر همه‌ی راهبردها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همان ۶ آزمون برای همه: fit خودش را برمی‌گرداند، شکل‌ها، NotFittedError، داده‌ی بد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«بهتر یا برابر با مدل پایه‌ی میانگین» یک آزمون است، نه یک امید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مدل جدیدی که به فهرست اضافه شود رایگان آزموده می‌شود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اصل لیسکوف: هر راهبرد باید هر جا که Regressor انتظار می‌رود کار کند</a:t>
            </a:r>
          </a:p>
        </p:txBody>
      </p:sp>
      <p:pic>
        <p:nvPicPr>
          <p:cNvPr id="5" name="Picture 4" descr="fig_contract_t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150815" cy="228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۰۴ | الگوهای طراحی برای یادگیری ماشین   |   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بدل‌های آزمون و جداسازی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SpyCallback رویدادها را ثبت می‌کند: ترتیب دقیق اطلاع‌رسانی را بسنجید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ScriptedModel خطاهای ثابت برمی‌گرداند: توقف زودهنگام آزمون‌پذیر می‌شود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FakeEstimator: آزمون مبدل بدون نیاز به scikit-learn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یک fixture بارگذار موقتی ثبت و پس از آزمون حذف می‌کند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tmp_path برای فایل، capsys برای خروجی چاپی، pytest.approx برای اعشار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سه قطعه‌کد کوچک: class SpyCallback(Callback) با events.append، یک ScriptedModel با next(self._val)، و یک fixture با yield و unregister.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۰۴ | الگوهای طراحی برای یادگیری ماشین   |   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E07A1F"/>
                </a:solidFill>
                <a:latin typeface="Tahoma"/>
                <a:cs typeface="Tahoma"/>
                <a:ea typeface="Tahoma"/>
              </a:rPr>
              <a:t>مثال ۷: آزمون ترتیب اطلاع‌رسانی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دو جاسوس یک فهرست ثبت مشترک دارند، با ۲ دوره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انتظار: a:begin، b:begin، a:epoch0، b:epoch0، a:epoch1، b:epoch1، a:end، b:end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یک assert رفتار سوژه و ترتیب را با هم می‌سنجد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۹۶ آزمون هفته‌ی ۴ در حدود ۲ ثانیه اجرا می‌شوند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کد test_events_arrive_in_order_for_every_observer همراه با فهرست مورد انتظار؛ خط ترمینال "96 passed".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۰۴ | الگوهای طراحی برای یادگیری ماشین   |   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کارهای این هفته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آزمایشگاه: notebooks/week04/week04_design_patterns.ipynb (۶ تمرین)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در کلاس: ۴ مسئله‌ی گرم‌کردن (گام گرادیان، توقف زودهنگام، انتخاب راهبرد، نام‌گذاری الگو)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تمرین تمرینی ۴ (بدون نمره، حدود ۳ ساعت): راهبرد چندجمله‌ای، کالبک فلات، بارگذار رژیم پروازی، آزمون‌ها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تمرین ۲ (نمره‌دار) هفته‌ی بعد منتشر می‌شود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سه نماد: نوت‌بوک، مداد، شاخه‌ی Git.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۰۴ | الگوهای طراحی برای یادگیری ماشین   |   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آنچه اکنون بلدیم انجام دهیم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تشخیص محورهای تغییر در کد یادگیری ماشین: مدل، رفتار آموزش، منبع داده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تعویض مدل‌ها با Strategy و پوشاندن کتابخانه‌های بیرونی با Adapter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افزودن رفتار آموزشی به‌صورت کالبک Observer بدون ویرایش حلقه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ساخت بارگذارها با نام از طریق کارخانه‌ی رجیستری و دکوراتور کلاس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آزمون همه با آزمون‌های قراردادی، بدل‌های آزمون و fixtureها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تابع run_experiment اسلاید آغازین خط خورده و به‌جای آن سه جعبه (Strategy، Observer، Factory) که به یک حلقه‌ی آزمایش کوچک می‌ریزند؛ تیک‌های سبز.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۰۴ | الگوهای طراحی برای یادگیری ماشین   |  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