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بخش ۰ آزمایشگاه را زنده اجرا کنید. از کلاس بپرسید کدام عدد در گزارش می‌رود و خواننده‌ی گزارش چگونه می‌تواند بفهمد کدام اسکریپت آن را ساخته است. پرسش آخر را روی تخته بنویسید.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هر بند به یکی از ابزارهای این هفته می‌رسد: ترتیب ← tuple مراحل؛ پارامترها ← فیلدهای dataclass؛ مقایسه ← __eq__؛ نوع‌ها ← بررسی INPUT_TYPE و OUTPUT_TYPE.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پیش از اجرای کد حساب را روی تخته انجام دهید (سطرهای ۳۳۳۱ تا ۳۳۳۷ لاگ، ثانیه‌ی ۶۶٫۶۲ تا ۶۶٫۷۴). نکته: فیلتری که میانگین می‌گیرد نمی‌تواند چیزی را که پخش کرده حذف 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بازنویسی از GeeksforGeeks «Abstract Classes in Python» و W3Schools «Python abc Module». بخش ۱ آزمایشگاه، تمرین ۱٫۱ (PlausibleRange).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GeeksforGeeks «Understanding Python Dataclasses» و W3Schools «Python dataclasses Module». ابتدا نشان دهید ManualMovingAverage == ManualMovingAverage مقدار False می‌دهد.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مسئله‌ی ۱ کلاس، ۵ دقیقه. default_factory را به خطای فهرست مشترک هفته‌ی ۲ ربط دهید.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همان قرارداد scikit-learn (زیرخط پایانی یعنی یادگرفته‌شده). در هفته‌ی ۶ با sklearn کار می‌کنیم؛ این اسلاید توضیح می‌دهد چرا رابط آن چنین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صفحه‌های W3Schools «__repr__()» و «__eq__()» و GeeksforGeeks «str() vs repr()». تمرین ۳٫۱ (Waypoint).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ضریب ۱٫۴۸۲۶ = ۱/Φ⁻¹(۰٫۷۵) باعث می‌شود MAD برای نوفه‌ی گاوسی برآوردی از σ باشد (Rousseeuw &amp; Croux 1993). بخش ۵ آزمایشگاه همین اعداد را با HampelFilter.outlier_mask تکرار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GeeksforGeeks «Python Generics» و W3Schools «Python typing Module». ابزار mypy در محیط پین‌شده نیست؛ نامش را ببرید ولی نصبش نکنید.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تمرین ۴٫۱ تابع can_follow() را می‌نویسد. مسئله‌ی ۴ کلاس می‌پرسد کدام خطاها هنگام ساخت و کدام هنگام اجرا رخ می‌دهند.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مسئله‌ی ۳ کلاس. همان سازوکار ۱٫۸۷g در برابر ۱٫۸۰g در اسلاید آغازین.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مدرس: pipeline.py را پیش از کلاس بخوانید. در آن از __init_subclass__ برای registry، از typing.overload روی __getitem__ و از __slots__ در DataPipeline استفاده شده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registry که __init_subclass__ پر می‌کند نام‌های "stage" را به کلاس‌ها برمی‌گرداند؛ هفته‌ی ۴ این را الگوی Factory می‌نامد.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بخش ۸ آزمایشگاه. با پنجره‌ی ۷، فیلتر Hampel حدود ۴٫۸٪ نمونه‌های شتاب‌سنج را جایگزین می‌کند: MAD کوچکِ حاصل از ۷ نمونه‌ی نوفه‌دار برخی نمونه‌های سالم را هم علامت می‌زند. اینجا بی‌ضرر است (به میانه‌ی محلی تبدیل می‌شوند)؛ بپرسید کدام پنجره نمونه‌های کمتری را علامت می‌زند.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نشت داده موضوع اصلی هفته‌ی ۵ است؛ اینجا انگیزه‌ای است برای اینکه حالت یادگرفته‌شده در fit قرار گیرد و تمرین تمرینی ۳ داده را بر اساس زمان تقسیم 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حسگرهای مرجع LiDAR و GPS فقط پس از نمره‌دهی تمرین ۱ به src اضافه می‌شوند؛ خط لوله بر پایه‌ی BaseSensor نوشته شده و به آن‌ها نیاز ندارد. تمرین ۱۰٫۱.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تمرین ۸٫۱ این اثر مصنوعی را پیدا می‌کند؛ وظیفه‌ی ۲ تمرین تمرینی ۳ مرحله‌ی Resample را می‌سازد که آن را حذف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فایل tests/test_pipeline.py الگوی وظیفه‌ی ۵ تمرین تمرینی ۳ است که روی سه پیاده‌سازی معیوب نمره داده می‌شود.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تمرین‌های تمرینی هفته‌هایی را پر می‌کنند که در سرفصل نقطه‌ی عطفی ندارند؛ شماره‌ی آن‌ها شماره‌ی هفته است، پس هرگز با A1 تا A6 تداخل ندارند.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به پرسش آغازین برگردید: فایل JSON کنار نمودار پاسخ می‌دهد «کدام دستورالعمل این عدد را ساخته است». هفته‌ی بعد: الگوهای Strategy، Observer و Factory.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194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4000" b="1" i="0" lang="fa-IR">
                <a:solidFill>
                  <a:srgbClr val="FFFFFF"/>
                </a:solidFill>
                <a:latin typeface="Tahoma"/>
                <a:cs typeface="Tahoma"/>
                <a:ea typeface="Tahoma"/>
              </a:rPr>
              <a:t>هفته‌ی ۳: کلاس انتزاعی، dataclass، نوع‌دهی و خط لوله‌ی داده‌ی ترکیب‌پذیر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400" b="0" i="0" lang="fa-IR">
                <a:solidFill>
                  <a:srgbClr val="FFFFFF"/>
                </a:solidFill>
                <a:latin typeface="Tahoma"/>
                <a:cs typeface="Tahoma"/>
                <a:ea typeface="Tahoma"/>
              </a:rPr>
              <a:t>یک دستورالعمل تکرارپذیر برای پاک‌سازی داده‌ی حسگر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هوش مصنوعی برای مهندسی هوافضا و مکانیک (دکتری)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محتوای جدید. مفاهیم پایتون با بازنویسی از W3Schools (ماژول abc، ماژول dataclasses، ماژول typing، __repr__، __eq__، تکرارگرها) و GeeksforGeeks (کلاس‌های انتزاعی، آشنایی با dataclass، جنریک‌ها در پایتون، str در برابر repr)؛ فیلتر Hampel برگرفته از Pearson, IEEE TCST 10(1), 2002؛ ضریب MAD از Rousseeuw &amp; Croux, JASA 88, 1993.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یک لاگ، دو تحلیلگر، دو پاسخ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گروه سازه می‌پرسد: بیشینه‌ی ضریب بار در پرواز آزمایشی هفته‌ی ۱ چقدر است؟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تحلیلگر A: میانگین متحرک ۵ نمونه‌ای ← ۱٫۸۷g در ثانیه‌ی ۶۶٫۷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تحلیلگر B: میانه‌ی متحرک و سپس میانگین ← ۱٫۸۰g در ثانیه‌ی ۱۹۲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«بیشینه»ی A یک خطای حسگرِ پخش‌شده در پرواز افقی است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پرسش: عدد داخل گزارش را کدام دستورالعمل ساخته است؟</a:t>
            </a:r>
          </a:p>
        </p:txBody>
      </p:sp>
      <p:pic>
        <p:nvPicPr>
          <p:cNvPr id="5" name="Picture 4" descr="fig_two_analy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21697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۰۳ | شیءگرایی: خط لوله‌های نوع‌دار و ترکیب‌پذیر   | 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چرا اسکریپت، دستورالعمل نیست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ترتیب مراحل در بدنه‌ی یک تابع پنهان است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پارامترها (۵، ۷، center=True) همراه نتیجه ذخیره نمی‌شوند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دو اسکریپت را نمی‌توان مقایسه کرد: analyst_a == analyst_b بی‌معناست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نوع نادرست داده فقط هنگام خرابی کشف می‌شود، یا هرگز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دو جعبه‌ی اسکریپت «analyst_a.py» و «analyst_b.py» که به یک نمودار گزارش می‌رسند، با چهار علامت سؤال قرمز: ترتیب؟ پارامترها؟ یکسان؟ نوع‌ها؟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۰۳ | شیءگرایی: خط لوله‌های نوع‌دار و ترکیب‌پذیر   | 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۱: یک جهش در میانگین متحرک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در پرواز افقی a_z ≈ ۱۰٫۳۵ m/s² (n ≈ ۱٫۰۵)؛ یک نمونه ۵۰٫۳۳ می‌خواند (۴۰+)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میانگین ۵ نمونه‌ای اطراف آن: (۴ × ۱۰٫۳۵ + ۵۰٫۳۳) / ۵ = ۱۸٫۳۵ m/s²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n = ۱۸٫۳۵ / ۹٫۸۰۷ = ۱٫۸۷g روی پنج نمونه‌ی پشت‌سرهم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اول حذف جهش (میانه‌ی ۷ نمونه یک نمونه‌ی بد را نادیده می‌گیرد) ← ۱٫۸۰g، همان مانور کشش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درس: پیش از هموارسازی، جهش‌ها را حذف کنید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دو ردیف ۷ جعبه‌ای: نمونه‌های خام a_z از ۱۰٫۲۷ تا ۱۰٫۳۸ با یک ۵۰٫۳۳ نارنجی؛ پس از میانگین ۵ نمونه‌ای، پنج جعبه حدود ۱۸٫۳ با رنگ نارنجی.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۰۳ | شیءگرایی: خط لوله‌های نوع‌دار و ترکیب‌پذیر   | 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کلاس پایه‌ی انتزاعی: قرارداد یک مرحله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کلاس Stage(ABC) با @abstractmethod transform(data)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اگر متدی پیاده نشود ← TypeError هنگام ساخت شیء، نه وسط اجرا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ویژگی انتزاعی: @property همراه با @abstractmethod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متدهای مشترک و غیرانتزاعی در خود ABC قرار می‌گیرند (__call__ نوع ورودی را بررسی می‌کند)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قطعه‌کد class Stage(ABC): @property @abstractmethod def description(...)، @abstractmethod def transform(...)، def __call__(...)؛ زیر آن Forgetful() ← پیام قرمز «TypeError: Can't instantiate abstract class Forgetful with abstract method description».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۰۳ | شیءگرایی: خط لوله‌های نوع‌دار و ترکیب‌پذیر   | 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dataclass: پیکربندی همان کلاس است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از فیلدهای دارای حاشیه‌نویسی نوع، __init__، __repr__ و __eq__ خودکار نوشته می‌شوند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گزینه‌ی frozen=True: دستورالعمل‌های تغییرناپذیر و hash‌پذیر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متد __post_init__: اعتبارسنجی (پنجره‌ی فرد و دست‌کم ۳) و یکسان‌سازی (list به tuple)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در حالت frozen یک بار با object.__setattr__(self, "columns", tuple(...))</a:t>
            </a:r>
          </a:p>
        </p:txBody>
      </p:sp>
      <p:pic>
        <p:nvPicPr>
          <p:cNvPr id="5" name="Picture 4" descr="fig_dataclass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1842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۰۳ | شیءگرایی: خط لوله‌های نوع‌دار و ترکیب‌پذیر   | 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۲: @dataclass چه نوشت؟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چاپ Stage("smooth") می‌دهد Stage(name='smooth', window=5, tags=[])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با default_factory=list هر شیء فهرست خودش را می‌گیرد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نوشتن tags: list = [] ← ValueError همان لحظه‌ی تعریف کلاس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با field(compare=False) مقدار یادگرفته‌شده‌ی mean_ در == نادیده گرفته می‌شود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با eq و بدون frozen، __hash__ برابر None است ← hash‌ناپذیر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کد مسئله‌ی ۱ کلاس با چهار سطر خروجی در سمت راست؛ سطرهای ValueError و TypeError قرمز.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۰۳ | شیءگرایی: خط لوله‌های نوع‌دار و ترکیب‌پذیر   | 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حالت یادگرفته‌شده پیکربندی نیست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مرحله‌ی Standardize در fit مقدارهای mean_ و std_ را یاد می‌گیرد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با field(init=False, repr=False, compare=False)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Standardize(["x"]) برازش‌شده و برازش‌نشده یک دستورالعمل‌اند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فراخوانی transform پیش از fit ← NotFittedError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متد get_params() فقط فیلدهای init=True را برمی‌گرداند</a:t>
            </a:r>
          </a:p>
        </p:txBody>
      </p:sp>
      <p:pic>
        <p:nvPicPr>
          <p:cNvPr id="5" name="Picture 4" descr="fig_stage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25714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۰۳ | شیءگرایی: خط لوله‌های نوع‌دار و ترکیب‌پذیر   | 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نوشتن دستی __repr__ و __eq__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متد __repr__ برای برنامه‌نویس است؛ هدف: eval(repr(x)) == x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متد __str__ برای گزارش است و print آن را ترجیح می‌دهد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متد __eq__ برای نوع بیگانه NotImplemented برمی‌گرداند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با تعریف __eq__، اگر __hash__ تعریف نشود None می‌شود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دقیقاً همان چیزی را hash کنید که __eq__ مقایسه می‌کند، و فقط اگر هرگز تغییر نکند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قطعه‌کد کلاس Route با __repr__ ← "Route(['OIII', 'OIFM', 'OISS'])"، __str__ ← "OIII -&gt; OIFM -&gt; OISS"، __eq__ و __hash__؛ زیر آن سطر رفت‌وبرگشت که True چاپ می‌کند.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۰۳ | شیءگرایی: خط لوله‌های نوع‌دار و ترکیب‌پذیر   | 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۳: فیلتر Hampel با دست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ارتفاع‌ها h = ۱۰۰٫۰، ۱۰۰٫۴، ۹۹٫۸، ۱۰۶٫۰، ۱۰۰٫۳، ۱۰۰٫۱، ۹۹٫۹ متر؛ پنجره‌ی ۵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برای k = ۳: میانه ۱۰۰٫۳؛ انحراف‌ها ۰٫۱، ۰٫۵، ۵٫۷، ۰٫۰، ۰٫۲ ← MAD = ۰٫۲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آستانه ۳ × ۱٫۴۸۲۶ × ۰٫۲ = ۰٫۸۹ متر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|۱۰۶٫۰ − ۱۰۰٫۳| = ۵٫۷ &gt; ۰٫۸۹ ← جایگزینی با ۱۰۰٫۳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برای k = ۴: |۱۰۰٫۳ − ۱۰۰٫۱| = ۰٫۲ ← حفظ</a:t>
            </a:r>
          </a:p>
        </p:txBody>
      </p:sp>
      <p:pic>
        <p:nvPicPr>
          <p:cNvPr id="5" name="Picture 4" descr="fig_hampel_by_h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26772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۰۳ | شیءگرایی: خط لوله‌های نوع‌دار و ترکیب‌پذیر   | 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راهنمای نوع و جنریک‌ها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راهنمای نوع قصد را مستند می‌کند؛ پایتون آن را اجبار نمی‌کند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TypeVar یک نوع جانگهدار است و Generic[InT, OutT] یک کلاس نوع‌دار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عبارت PipelineStage[DataFrame, ndarray] مثل list[int] خوانده می‌شود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پارامترها در زمان اجرا پاک می‌شوند ← INPUT_TYPE و OUTPUT_TYPE را ذخیره کنید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واژگان کد درس: ClassVar، Final و X | None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قطعه‌کد InT = TypeVar("InT")، class TypedStage(ABC, Generic[InT, OutT])، class FrameToArray(TypedStage[pd.DataFrame, np.ndarray]): INPUT_TYPE = pd.DataFrame؛ زیر آن peak_g("9.8") که فقط درون بدنه شکست می‌خورد.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۰۳ | شیءگرایی: خط لوله‌های نوع‌دار و ترکیب‌پذیر   | 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ترکیب: مراحلی که با نوع به هم وصل می‌شوند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عبارت a &gt;&gt; b شیء DataPipeline((a, b)) را می‌سازد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سازنده شرط issubclass(left.OUTPUT_TYPE, right.INPUT_TYPE) را بررسی می‌کند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ناسازگاری ← TypeError هنگام ساخت، پیش از ورود هر داده‌ای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تغییرناپذیر: &gt;&gt; و برش (slice) خط لوله‌ی جدید برمی‌گردانند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رابطه‌ی «دارد» (ترکیب)، نه «هست» (وراثت)</a:t>
            </a:r>
          </a:p>
        </p:txBody>
      </p:sp>
      <p:pic>
        <p:nvPicPr>
          <p:cNvPr id="5" name="Picture 4" descr="fig_pipeline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15276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۰۳ | شیءگرایی: خط لوله‌های نوع‌دار و ترکیب‌پذیر   | 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۴: آیا ترتیب مهم است؟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سیگنال x = ۱، ۱، ۱، ۱۰، ۱، ۱، ۱؛ پنجره‌ی Hampel ۳ و پنجره‌ی میانگین ۳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اول حذف جهش و بعد هموارسازی: در k = ۳ مقدار MAD صفر است ← ۱۰ به ۱؛ بیشینه ۱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اول هموارسازی و بعد حذف جهش: ۱، ۱، ۴، ۴، ۴، ۱، ۱؛ هیچ نمونه‌ای پرت نیست؛ بیشینه ۴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ترکیب جابه‌جاپذیر نیست: H∘S ≠ S∘H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پس H &gt;&gt; S و S &gt;&gt; H باید نابرابر باشند</a:t>
            </a:r>
          </a:p>
        </p:txBody>
      </p:sp>
      <p:pic>
        <p:nvPicPr>
          <p:cNvPr id="5" name="Picture 4" descr="fig_order_mat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19334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۰۳ | شیءگرایی: خط لوله‌های نوع‌دار و ترکیب‌پذیر   | 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کتابخانه‌ی درس: aerospace_ai.pipeline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کلاس PipelineStage(ABC, Generic) با transform، fit، __call__ و registry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مراحل frozen: SensorToFrame، SelectColumns، DropNonFinite، FillGaps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و نیز HampelFilter، RollingMean، TimeDerivative و ToArray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مرحله‌ی یادگیرنده: Standardize؛ ظرف: DataPipeline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۳۶ آزمون pytest در tests/test_pipeline.py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قطعه‌کد recipe = SelectColumns([...]) &gt;&gt; HampelFilter(ACCEL, window=7) &gt;&gt; RollingMean(ACCEL, window=5) و repr چندخطی آن.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۰۳ | شیءگرایی: خط لوله‌های نوع‌دار و ترکیب‌پذیر   | 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خط لوله‌ای که گزارش می‌دهد و خودش را ذخیره می‌کند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متد run() ← خروجی به‌علاوه‌ی یک StageReport برای هر مرحله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تعداد سطر ورودی و خروجی، تعداد NaN، تعداد خانه‌های تغییرکرده و زمان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متد to_config() ← دیکشنری ساده ← json.dumps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DataPipeline.from_config(json) == original ← True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فایل JSON را کنار هر عددی که گزارش می‌کنید ذخیره کنید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جدول گزارش خط لوله‌ی B روی لاگ پرواز (HampelFilter ۲۱۴۰ خانه و RollingMean ۴۴٬۸۱۵ خانه را تغییر داده‌اند) و تکه‌ای از JSON با "stage": "HampelFilter" و "window": 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۰۳ | شیءگرایی: خط لوله‌های نوع‌دار و ترکیب‌پذیر   | 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۵: هر دو تحلیلگر به‌شکل خط لوله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خط لوله‌ی A = RollingMean(5) &gt;&gt; SelectColumns ← ۱٫۸۷g در ثانیه‌ی ۶۶٫۷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خط لوله‌ی B = HampelFilter(7) &gt;&gt; RollingMean(5) &gt;&gt; SelectColumns ← ۱٫۸۰g در ثانیه‌ی ۱۹۲٫۰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مقایسه‌ی A == B ← False، و repr دلیلش را نشان می‌دهد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JSON پیکربندی B دقیقاً همان B را می‌سازد</a:t>
            </a:r>
          </a:p>
        </p:txBody>
      </p:sp>
      <p:pic>
        <p:nvPicPr>
          <p:cNvPr id="5" name="Picture 4" descr="fig_two_analy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21697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۰۳ | شیءگرایی: خط لوله‌های نوع‌دار و ترکیب‌پذیر   | 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برازش فقط روی داده‌ی آموزشی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آموزش {۲، ۴، ۶} متر: μ = ۴ و σ = ۱٫۶۳۳ ← نمونه‌ی آزمون x = ۸: z = ۲٫۴۴۹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برازش روی آموزش و آزمون با هم: μ = ۵ و σ = ۲٫۲۳۶ ← z = ۱٫۳۴۲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نمونه‌ی آزمون عادی به نظر می‌رسد چون خودش «عادی» را تعریف کرده است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متد fit خط لوله هر مرحله را روی خروجی مرحله‌ی قبل برازش می‌دهد</a:t>
            </a:r>
          </a:p>
        </p:txBody>
      </p:sp>
      <p:pic>
        <p:nvPicPr>
          <p:cNvPr id="5" name="Picture 4" descr="fig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24128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۰۳ | شیءگرایی: خط لوله‌های نوع‌دار و ترکیب‌پذیر   | 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هر حسگری وارد، آرایه‌ی آماده‌ی مدل خارج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مرحله‌ی SensorToFrame هر BaseSensor را می‌پذیرد (چندریختی)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IMU (±۴g) ← Hampel ← میانگین ← ToArray: آرایه‌ی (۱۴۹۳۷، ۳)، بیشینه ۱٫۸۰g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حسگرهای LiDAR و GPS تمرین ۱ شما بدون تغییر وصل می‌شوند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خط لوله هیچ کلاس حسگر مشخصی را import نمی‌کند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نمودار: IMUSensor، BarometerSensor، «GPSSensor شما» و «LidarSensor شما» همه با پیکان به یک جعبه‌ی SensorToFrame و سپس زنجیره.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۰۳ | شیءگرایی: خط لوله‌های نوع‌دار و ترکیب‌پذیر   | 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۶: سطر، ثانیه نیست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خط لوله‌ی نرخ صعود با پنجره‌ی ۵۱ سطری: بیشینه ۲۰٫۹۹ m/s در ثانیه‌ی ۹۹٫۷۶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درست کنار یک وقفه‌ی ۱٫۲ ثانیه‌ای در ثبت (از ۹۹٫۹۸ تا ۱۰۱٫۲۰ ثانیه)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پنجره در یک طرف زمان بیشتری را می‌پوشاند ← شیب کاذب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ابتدا بازنمونه‌برداری روی شبکه‌ی یکنواخت ۱۰ هرتز ← ۱۹٫۹۱ m/s در ثانیه‌ی ۸۴٫۰</a:t>
            </a:r>
          </a:p>
        </p:txBody>
      </p:sp>
      <p:pic>
        <p:nvPicPr>
          <p:cNvPr id="5" name="Picture 4" descr="fig_resample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23187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۰۳ | شیءگرایی: خط لوله‌های نوع‌دار و ترکیب‌پذیر   | 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آزمودن مراحل با pytest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عددها را از مثال‌های دستی بیازمایید (Hampel در k = ۳ ← ۱۰۰٫۳)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ردکردن‌ها را بیازمایید: پنجره‌ی بد، نوع نادرست، برازش‌نشده، ستون گم‌شده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ناورداها را بیازمایید: ورودی دست‌نخورده، رفت‌وبرگشت repr و JSON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ورودی‌های بد را با parametrize و قاب‌های کوچک را با fixture بسازید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قطعه‌کد @pytest.mark.parametrize("window", [0, 1, 2, 4, -3]) ← pytest.raises(ValueError, match="odd")؛ خط ترمینال «77 passed».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۰۳ | شیءگرایی: خط لوله‌های نوع‌دار و ترکیب‌پذیر   | 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کارهای این هفته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آزمایشگاه: notebooks/week03/week03_data_pipeline.ipynb (۶ تمرین TODO)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سر کلاس: ۴ مسئله‌ی گرم‌کردن (خروجی dataclass، Hampel، ترتیب، خطای ساخت در برابر اجرا)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تمرین تمرینی ۳: خط لوله‌ی داده‌های هوایی، حدود ۳٫۵ ساعت، تحویل هفته‌ی ۴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مهلت تمرین ۱ ابتدای همین جلسه است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سه نماد: دفترچه، مداد، شاخه‌ی Git.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۰۳ | شیءگرایی: خط لوله‌های نوع‌دار و ترکیب‌پذیر   |  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آنچه اکنون می‌توانیم انجام دهیم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قرارداد را با ABC و پیکربندی را با dataclass منجمد بنویسیم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حالت یادگرفته‌شده را با field(init=False, repr=False, compare=False) جدا کنیم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متدهای __repr__ و __eq__ و یک __hash__ سازگار بنویسیم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با TypeVar و Generic کار کنیم و نوع را جایی که پایتون بررسی نمی‌کند بررسی کنیم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مراحل نوع‌دار را در خط لوله‌ای ترکیب کنیم که گزارش می‌دهد و خودش را ذخیره می‌کند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دو اسکریپت اسلاید آغازین جای خود را به repr چاپ‌شده‌ی یک DataPipeline و نماد فایل JSON در کنار نمودار گزارش می‌دهند؛ تیک سبز روی ترتیب، پارامترها، برابری و نوع‌ها.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۰۳ | شیءگرایی: خط لوله‌های نوع‌دار و ترکیب‌پذیر   |  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